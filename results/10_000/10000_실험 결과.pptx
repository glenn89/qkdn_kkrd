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4" autoAdjust="0"/>
    <p:restoredTop sz="94660"/>
  </p:normalViewPr>
  <p:slideViewPr>
    <p:cSldViewPr snapToGrid="0">
      <p:cViewPr>
        <p:scale>
          <a:sx n="75" d="100"/>
          <a:sy n="75" d="100"/>
        </p:scale>
        <p:origin x="1088" y="10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1_1-hop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1_1-hop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3_1-hop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3_1-hop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5_1-hop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5_1-hop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1_n-hop_20.csv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3_n-hop_20.csv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3_n-hop_20.csv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1_n-hop_20.csv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5_n-hop_20.csv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5_n-hop_20.csv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1_1-hop_lifetime100.csv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1_1-hop_lifetime100.csv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1_1-hop_lifetime100.csv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3_1-hop_lifetime100.csv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3_1-hop_lifetime100.csv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3_1-hop_lifetime100.csv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5_1-hop_lifetime100.csv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5_1-hop_lifetime100.csv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5_1-hop_lifetime100.csv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1_n-hop_lifetime100.csv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1_n-hop_lifetime100.csv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1_n-hop_lifetime100.csv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3_n-hop_lifetime100.csv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3_n-hop_lifetime100.csv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3_n-hop_lifetime100.csv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5_n-hop_lifetime100.csv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5_n-hop_lifetime100.csv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NSFNET_weighted_shortest_path_results_05_n-hop_lifetime100.csv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1_1-hop_lifetime100.csv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1_1-hop_lifetime100.csv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1_1-hop_lifetime100.csv" TargetMode="Externa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3_1-hop_lifetime100.csv" TargetMode="Externa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3_1-hop_lifetime100.csv" TargetMode="Externa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3_1-hop_lifetime100.csv" TargetMode="External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5_1-hop_lifetime100.csv" TargetMode="Externa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5_1-hop_lifetime100.csv" TargetMode="External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5_1-hop_lifetime100.csv" TargetMode="External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1_n-hop_lifetime100.csv" TargetMode="External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1_n-hop_lifetime100.csv" TargetMode="External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1_n-hop_lifetime100.csv" TargetMode="External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3_n-hop_lifetime100.csv" TargetMode="External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3_n-hop_lifetime100.csv" TargetMode="External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3_n-hop_lifetime100.csv" TargetMode="External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5_n-hop_lifetime100.csv" TargetMode="External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5_n-hop_lifetime100.csv" TargetMode="External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cuments\git\qkdn_kkrd\results\10_000\COST266_weighted_shortest_path_results_05_n-hop_lifetime100.csv" TargetMode="External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NSFNET_weighted_shortest_path_r!$A$2:$A$22</c:f>
              <c:numCache>
                <c:formatCode>General</c:formatCode>
                <c:ptCount val="21"/>
                <c:pt idx="0">
                  <c:v>91295.666666666599</c:v>
                </c:pt>
                <c:pt idx="1">
                  <c:v>91295.333333333299</c:v>
                </c:pt>
                <c:pt idx="2">
                  <c:v>91295.333333333299</c:v>
                </c:pt>
                <c:pt idx="3">
                  <c:v>91295.333333333299</c:v>
                </c:pt>
                <c:pt idx="4">
                  <c:v>91295.333333333299</c:v>
                </c:pt>
                <c:pt idx="5">
                  <c:v>91295</c:v>
                </c:pt>
                <c:pt idx="6">
                  <c:v>91295</c:v>
                </c:pt>
                <c:pt idx="7">
                  <c:v>91295</c:v>
                </c:pt>
                <c:pt idx="8">
                  <c:v>91295</c:v>
                </c:pt>
                <c:pt idx="9">
                  <c:v>91295</c:v>
                </c:pt>
                <c:pt idx="10">
                  <c:v>91295</c:v>
                </c:pt>
                <c:pt idx="11">
                  <c:v>91295</c:v>
                </c:pt>
                <c:pt idx="12">
                  <c:v>91295</c:v>
                </c:pt>
                <c:pt idx="13">
                  <c:v>91295</c:v>
                </c:pt>
                <c:pt idx="14">
                  <c:v>91295</c:v>
                </c:pt>
                <c:pt idx="15">
                  <c:v>91295</c:v>
                </c:pt>
                <c:pt idx="16">
                  <c:v>91295</c:v>
                </c:pt>
                <c:pt idx="17">
                  <c:v>91295</c:v>
                </c:pt>
                <c:pt idx="18">
                  <c:v>91295</c:v>
                </c:pt>
                <c:pt idx="19">
                  <c:v>91295</c:v>
                </c:pt>
                <c:pt idx="20">
                  <c:v>90502.333333333299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D6A-49B0-8378-812B6A365A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22531247"/>
        <c:axId val="622531727"/>
      </c:scatterChart>
      <c:valAx>
        <c:axId val="6225312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22531727"/>
        <c:crosses val="autoZero"/>
        <c:crossBetween val="midCat"/>
      </c:valAx>
      <c:valAx>
        <c:axId val="622531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225312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NSFNET_weighted_shortest_path_r!$G$1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NSFNET_weighted_shortest_path_r!$G$2:$G$22</c:f>
              <c:numCache>
                <c:formatCode>General</c:formatCode>
                <c:ptCount val="21"/>
                <c:pt idx="0">
                  <c:v>490.57565754323201</c:v>
                </c:pt>
                <c:pt idx="1">
                  <c:v>490.56071838979301</c:v>
                </c:pt>
                <c:pt idx="2">
                  <c:v>490.56071838979301</c:v>
                </c:pt>
                <c:pt idx="3">
                  <c:v>490.49299219931601</c:v>
                </c:pt>
                <c:pt idx="4">
                  <c:v>490.35034270436699</c:v>
                </c:pt>
                <c:pt idx="5">
                  <c:v>490.072578731303</c:v>
                </c:pt>
                <c:pt idx="6">
                  <c:v>489.78030600403002</c:v>
                </c:pt>
                <c:pt idx="7">
                  <c:v>489.57373457915901</c:v>
                </c:pt>
                <c:pt idx="8">
                  <c:v>489.309930244604</c:v>
                </c:pt>
                <c:pt idx="9">
                  <c:v>489.11051747404201</c:v>
                </c:pt>
                <c:pt idx="10">
                  <c:v>488.938539133863</c:v>
                </c:pt>
                <c:pt idx="11">
                  <c:v>488.75853266739898</c:v>
                </c:pt>
                <c:pt idx="12">
                  <c:v>488.38994069455799</c:v>
                </c:pt>
                <c:pt idx="13">
                  <c:v>488.19853311324999</c:v>
                </c:pt>
                <c:pt idx="14">
                  <c:v>487.95559255380903</c:v>
                </c:pt>
                <c:pt idx="15">
                  <c:v>487.54145593531098</c:v>
                </c:pt>
                <c:pt idx="16">
                  <c:v>487.13549981237998</c:v>
                </c:pt>
                <c:pt idx="17">
                  <c:v>486.69789713222002</c:v>
                </c:pt>
                <c:pt idx="18">
                  <c:v>485.96483514459197</c:v>
                </c:pt>
                <c:pt idx="19">
                  <c:v>480.77436329278697</c:v>
                </c:pt>
                <c:pt idx="20">
                  <c:v>86.279342488969405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467-484D-A768-03F34CE87E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1126271"/>
        <c:axId val="531126751"/>
      </c:scatterChart>
      <c:valAx>
        <c:axId val="5311262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1126751"/>
        <c:crosses val="autoZero"/>
        <c:crossBetween val="midCat"/>
      </c:valAx>
      <c:valAx>
        <c:axId val="5311267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112627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NSFNET_weighted_shortest_path_r!$A$2:$A$22</c:f>
              <c:numCache>
                <c:formatCode>General</c:formatCode>
                <c:ptCount val="21"/>
                <c:pt idx="0">
                  <c:v>272810.66666666599</c:v>
                </c:pt>
                <c:pt idx="1">
                  <c:v>272807.33333333302</c:v>
                </c:pt>
                <c:pt idx="2">
                  <c:v>272807.33333333302</c:v>
                </c:pt>
                <c:pt idx="3">
                  <c:v>272806</c:v>
                </c:pt>
                <c:pt idx="4">
                  <c:v>272804.33333333302</c:v>
                </c:pt>
                <c:pt idx="5">
                  <c:v>272803</c:v>
                </c:pt>
                <c:pt idx="6">
                  <c:v>272796</c:v>
                </c:pt>
                <c:pt idx="7">
                  <c:v>272774.66666666599</c:v>
                </c:pt>
                <c:pt idx="8">
                  <c:v>272768</c:v>
                </c:pt>
                <c:pt idx="9">
                  <c:v>272756.33333333302</c:v>
                </c:pt>
                <c:pt idx="10">
                  <c:v>272726</c:v>
                </c:pt>
                <c:pt idx="11">
                  <c:v>272714.66666666599</c:v>
                </c:pt>
                <c:pt idx="12">
                  <c:v>272683.33333333302</c:v>
                </c:pt>
                <c:pt idx="13">
                  <c:v>272640.66666666599</c:v>
                </c:pt>
                <c:pt idx="14">
                  <c:v>272528.33333333302</c:v>
                </c:pt>
                <c:pt idx="15">
                  <c:v>272376</c:v>
                </c:pt>
                <c:pt idx="16">
                  <c:v>271961.33333333302</c:v>
                </c:pt>
                <c:pt idx="17">
                  <c:v>270545</c:v>
                </c:pt>
                <c:pt idx="18">
                  <c:v>266307.33333333302</c:v>
                </c:pt>
                <c:pt idx="19">
                  <c:v>257247.33333333299</c:v>
                </c:pt>
                <c:pt idx="20">
                  <c:v>235669.66666666599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4BD-4DD8-9194-9DBAC750E9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12965328"/>
        <c:axId val="306677760"/>
      </c:scatterChart>
      <c:valAx>
        <c:axId val="412965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06677760"/>
        <c:crosses val="autoZero"/>
        <c:crossBetween val="midCat"/>
      </c:valAx>
      <c:valAx>
        <c:axId val="306677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129653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NSFNET_weighted_shortest_path_r!$G$1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NSFNET_weighted_shortest_path_r!$G$2:$G$22</c:f>
              <c:numCache>
                <c:formatCode>General</c:formatCode>
                <c:ptCount val="21"/>
                <c:pt idx="0">
                  <c:v>554.60898352450397</c:v>
                </c:pt>
                <c:pt idx="1">
                  <c:v>554.54933581001603</c:v>
                </c:pt>
                <c:pt idx="2">
                  <c:v>554.54933581001603</c:v>
                </c:pt>
                <c:pt idx="3">
                  <c:v>554.51857432084796</c:v>
                </c:pt>
                <c:pt idx="4">
                  <c:v>554.39924825434503</c:v>
                </c:pt>
                <c:pt idx="5">
                  <c:v>554.25621994005303</c:v>
                </c:pt>
                <c:pt idx="6">
                  <c:v>554.16224678817105</c:v>
                </c:pt>
                <c:pt idx="7">
                  <c:v>554.08561975517796</c:v>
                </c:pt>
                <c:pt idx="8">
                  <c:v>553.89337185824002</c:v>
                </c:pt>
                <c:pt idx="9">
                  <c:v>553.93124853154097</c:v>
                </c:pt>
                <c:pt idx="10">
                  <c:v>553.96272325018799</c:v>
                </c:pt>
                <c:pt idx="11">
                  <c:v>553.39439264104794</c:v>
                </c:pt>
                <c:pt idx="12">
                  <c:v>552.74367777878501</c:v>
                </c:pt>
                <c:pt idx="13">
                  <c:v>552.20362746122805</c:v>
                </c:pt>
                <c:pt idx="14">
                  <c:v>551.71609518218099</c:v>
                </c:pt>
                <c:pt idx="15">
                  <c:v>550.82589769792696</c:v>
                </c:pt>
                <c:pt idx="16">
                  <c:v>548.12641122867296</c:v>
                </c:pt>
                <c:pt idx="17">
                  <c:v>543.63489781853696</c:v>
                </c:pt>
                <c:pt idx="18">
                  <c:v>534.24209052167703</c:v>
                </c:pt>
                <c:pt idx="19">
                  <c:v>434.01391972959601</c:v>
                </c:pt>
                <c:pt idx="20">
                  <c:v>92.481649832049001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8AE-4EB7-9F8A-765B8A44BB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1279712"/>
        <c:axId val="311278752"/>
      </c:scatterChart>
      <c:valAx>
        <c:axId val="3112797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11278752"/>
        <c:crosses val="autoZero"/>
        <c:crossBetween val="midCat"/>
      </c:valAx>
      <c:valAx>
        <c:axId val="311278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112797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NSFNET_weighted_shortest_path_r!$A$2:$A$22</c:f>
              <c:numCache>
                <c:formatCode>General</c:formatCode>
                <c:ptCount val="21"/>
                <c:pt idx="0">
                  <c:v>319119</c:v>
                </c:pt>
                <c:pt idx="1">
                  <c:v>319119</c:v>
                </c:pt>
                <c:pt idx="2">
                  <c:v>319119</c:v>
                </c:pt>
                <c:pt idx="3">
                  <c:v>319109</c:v>
                </c:pt>
                <c:pt idx="4">
                  <c:v>319105</c:v>
                </c:pt>
                <c:pt idx="5">
                  <c:v>319103</c:v>
                </c:pt>
                <c:pt idx="6">
                  <c:v>319103</c:v>
                </c:pt>
                <c:pt idx="7">
                  <c:v>319066.33333333302</c:v>
                </c:pt>
                <c:pt idx="8">
                  <c:v>319059.33333333302</c:v>
                </c:pt>
                <c:pt idx="9">
                  <c:v>319037.33333333302</c:v>
                </c:pt>
                <c:pt idx="10">
                  <c:v>318985.33333333302</c:v>
                </c:pt>
                <c:pt idx="11">
                  <c:v>318908.33333333302</c:v>
                </c:pt>
                <c:pt idx="12">
                  <c:v>318478.66666666599</c:v>
                </c:pt>
                <c:pt idx="13">
                  <c:v>318136.66666666599</c:v>
                </c:pt>
                <c:pt idx="14">
                  <c:v>317616.66666666599</c:v>
                </c:pt>
                <c:pt idx="15">
                  <c:v>316768.66666666599</c:v>
                </c:pt>
                <c:pt idx="16">
                  <c:v>315189.33333333302</c:v>
                </c:pt>
                <c:pt idx="17">
                  <c:v>311989.33333333302</c:v>
                </c:pt>
                <c:pt idx="18">
                  <c:v>306179</c:v>
                </c:pt>
                <c:pt idx="19">
                  <c:v>296869</c:v>
                </c:pt>
                <c:pt idx="20">
                  <c:v>290083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C32-4CD0-9B79-626586564F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9350960"/>
        <c:axId val="2079351440"/>
      </c:scatterChart>
      <c:valAx>
        <c:axId val="20793509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79351440"/>
        <c:crosses val="autoZero"/>
        <c:crossBetween val="midCat"/>
      </c:valAx>
      <c:valAx>
        <c:axId val="2079351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793509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NSFNET_weighted_shortest_path_r!$G$1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NSFNET_weighted_shortest_path_r!$G$2:$G$22</c:f>
              <c:numCache>
                <c:formatCode>General</c:formatCode>
                <c:ptCount val="21"/>
                <c:pt idx="0">
                  <c:v>608.78177626929801</c:v>
                </c:pt>
                <c:pt idx="1">
                  <c:v>608.73268111260302</c:v>
                </c:pt>
                <c:pt idx="2">
                  <c:v>608.73244703852902</c:v>
                </c:pt>
                <c:pt idx="3">
                  <c:v>608.74098681649298</c:v>
                </c:pt>
                <c:pt idx="4">
                  <c:v>608.63166664025198</c:v>
                </c:pt>
                <c:pt idx="5">
                  <c:v>608.46609828948203</c:v>
                </c:pt>
                <c:pt idx="6">
                  <c:v>608.27405829982195</c:v>
                </c:pt>
                <c:pt idx="7">
                  <c:v>608.18204683772296</c:v>
                </c:pt>
                <c:pt idx="8">
                  <c:v>607.86628321011403</c:v>
                </c:pt>
                <c:pt idx="9">
                  <c:v>607.55651374164302</c:v>
                </c:pt>
                <c:pt idx="10">
                  <c:v>606.96505359290597</c:v>
                </c:pt>
                <c:pt idx="11">
                  <c:v>606.26380953288401</c:v>
                </c:pt>
                <c:pt idx="12">
                  <c:v>605.42223909945801</c:v>
                </c:pt>
                <c:pt idx="13">
                  <c:v>603.76265104666402</c:v>
                </c:pt>
                <c:pt idx="14">
                  <c:v>600.91344476941504</c:v>
                </c:pt>
                <c:pt idx="15">
                  <c:v>595.35764333142902</c:v>
                </c:pt>
                <c:pt idx="16">
                  <c:v>583.12179044316701</c:v>
                </c:pt>
                <c:pt idx="17">
                  <c:v>561.54557304474702</c:v>
                </c:pt>
                <c:pt idx="18">
                  <c:v>523.88348398052801</c:v>
                </c:pt>
                <c:pt idx="19">
                  <c:v>436.761758402998</c:v>
                </c:pt>
                <c:pt idx="20">
                  <c:v>88.407298715164899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DE1-458A-BB2C-5900C08A93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565088"/>
        <c:axId val="52566048"/>
      </c:scatterChart>
      <c:valAx>
        <c:axId val="525650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566048"/>
        <c:crosses val="autoZero"/>
        <c:crossBetween val="midCat"/>
      </c:valAx>
      <c:valAx>
        <c:axId val="52566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5650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NSFNET_weighted_shortest_path_r!$G$1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NSFNET_weighted_shortest_path_r!$G$2:$G$22</c:f>
              <c:numCache>
                <c:formatCode>General</c:formatCode>
                <c:ptCount val="21"/>
                <c:pt idx="0">
                  <c:v>86.279342488969405</c:v>
                </c:pt>
                <c:pt idx="1">
                  <c:v>85.875894571097902</c:v>
                </c:pt>
                <c:pt idx="2">
                  <c:v>84.963320645917506</c:v>
                </c:pt>
                <c:pt idx="3">
                  <c:v>83.857089610498505</c:v>
                </c:pt>
                <c:pt idx="4">
                  <c:v>82.142388841854</c:v>
                </c:pt>
                <c:pt idx="5">
                  <c:v>78.477231888968603</c:v>
                </c:pt>
                <c:pt idx="6">
                  <c:v>75.942685736961195</c:v>
                </c:pt>
                <c:pt idx="7">
                  <c:v>74.266672912708302</c:v>
                </c:pt>
                <c:pt idx="8">
                  <c:v>73.210793008127098</c:v>
                </c:pt>
                <c:pt idx="9">
                  <c:v>72.480270006567295</c:v>
                </c:pt>
                <c:pt idx="10">
                  <c:v>72.044063241643101</c:v>
                </c:pt>
                <c:pt idx="11">
                  <c:v>71.742848367061399</c:v>
                </c:pt>
                <c:pt idx="12">
                  <c:v>71.588752186731</c:v>
                </c:pt>
                <c:pt idx="13">
                  <c:v>71.501669935917803</c:v>
                </c:pt>
                <c:pt idx="14">
                  <c:v>71.425732246047801</c:v>
                </c:pt>
                <c:pt idx="15">
                  <c:v>71.396479576552395</c:v>
                </c:pt>
                <c:pt idx="16">
                  <c:v>71.362021214870495</c:v>
                </c:pt>
                <c:pt idx="17">
                  <c:v>71.332048457728604</c:v>
                </c:pt>
                <c:pt idx="18">
                  <c:v>71.318386947400796</c:v>
                </c:pt>
                <c:pt idx="19">
                  <c:v>71.307271971360905</c:v>
                </c:pt>
                <c:pt idx="20">
                  <c:v>71.307271971360905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6C6-4976-B4C9-BAD721A781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471120"/>
        <c:axId val="53469200"/>
      </c:scatterChart>
      <c:valAx>
        <c:axId val="534711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469200"/>
        <c:crosses val="autoZero"/>
        <c:crossBetween val="midCat"/>
      </c:valAx>
      <c:valAx>
        <c:axId val="53469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4711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NSFNET_weighted_shortest_path_r!$A$2:$A$22</c:f>
              <c:numCache>
                <c:formatCode>General</c:formatCode>
                <c:ptCount val="21"/>
                <c:pt idx="0">
                  <c:v>235669.66666666599</c:v>
                </c:pt>
                <c:pt idx="1">
                  <c:v>229938.66666666599</c:v>
                </c:pt>
                <c:pt idx="2">
                  <c:v>227947.66666666599</c:v>
                </c:pt>
                <c:pt idx="3">
                  <c:v>227379.33333333299</c:v>
                </c:pt>
                <c:pt idx="4">
                  <c:v>227149.66666666599</c:v>
                </c:pt>
                <c:pt idx="5">
                  <c:v>226816.66666666599</c:v>
                </c:pt>
                <c:pt idx="6">
                  <c:v>226638</c:v>
                </c:pt>
                <c:pt idx="7">
                  <c:v>226475.66666666599</c:v>
                </c:pt>
                <c:pt idx="8">
                  <c:v>226350.66666666599</c:v>
                </c:pt>
                <c:pt idx="9">
                  <c:v>226347.33333333299</c:v>
                </c:pt>
                <c:pt idx="10">
                  <c:v>226359</c:v>
                </c:pt>
                <c:pt idx="11">
                  <c:v>226355.33333333299</c:v>
                </c:pt>
                <c:pt idx="12">
                  <c:v>226354.66666666599</c:v>
                </c:pt>
                <c:pt idx="13">
                  <c:v>226354.66666666599</c:v>
                </c:pt>
                <c:pt idx="14">
                  <c:v>226342.66666666599</c:v>
                </c:pt>
                <c:pt idx="15">
                  <c:v>226342</c:v>
                </c:pt>
                <c:pt idx="16">
                  <c:v>226322</c:v>
                </c:pt>
                <c:pt idx="17">
                  <c:v>226305</c:v>
                </c:pt>
                <c:pt idx="18">
                  <c:v>226304.33333333299</c:v>
                </c:pt>
                <c:pt idx="19">
                  <c:v>226301.66666666599</c:v>
                </c:pt>
                <c:pt idx="20">
                  <c:v>226296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F89-4DD8-817C-973FD69DD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4055360"/>
        <c:axId val="1094060160"/>
      </c:scatterChart>
      <c:valAx>
        <c:axId val="10940553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94060160"/>
        <c:crosses val="autoZero"/>
        <c:crossBetween val="midCat"/>
      </c:valAx>
      <c:valAx>
        <c:axId val="109406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9405536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NSFNET_weighted_shortest_path_r!$G$1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NSFNET_weighted_shortest_path_r!$G$2:$G$22</c:f>
              <c:numCache>
                <c:formatCode>General</c:formatCode>
                <c:ptCount val="21"/>
                <c:pt idx="0">
                  <c:v>92.481649832049001</c:v>
                </c:pt>
                <c:pt idx="1">
                  <c:v>90.908595791431395</c:v>
                </c:pt>
                <c:pt idx="2">
                  <c:v>85.195057655228496</c:v>
                </c:pt>
                <c:pt idx="3">
                  <c:v>80.051237412580093</c:v>
                </c:pt>
                <c:pt idx="4">
                  <c:v>76.313457430317897</c:v>
                </c:pt>
                <c:pt idx="5">
                  <c:v>73.816897942182607</c:v>
                </c:pt>
                <c:pt idx="6">
                  <c:v>72.1216531674187</c:v>
                </c:pt>
                <c:pt idx="7">
                  <c:v>71.013806562985593</c:v>
                </c:pt>
                <c:pt idx="8">
                  <c:v>70.302086207484194</c:v>
                </c:pt>
                <c:pt idx="9">
                  <c:v>69.790232727112098</c:v>
                </c:pt>
                <c:pt idx="10">
                  <c:v>69.418673861793906</c:v>
                </c:pt>
                <c:pt idx="11">
                  <c:v>69.165551422419995</c:v>
                </c:pt>
                <c:pt idx="12">
                  <c:v>68.955409423086707</c:v>
                </c:pt>
                <c:pt idx="13">
                  <c:v>68.8426086174929</c:v>
                </c:pt>
                <c:pt idx="14">
                  <c:v>68.739048870087103</c:v>
                </c:pt>
                <c:pt idx="15">
                  <c:v>68.652467123731299</c:v>
                </c:pt>
                <c:pt idx="16">
                  <c:v>68.595181476328406</c:v>
                </c:pt>
                <c:pt idx="17">
                  <c:v>68.537192672440099</c:v>
                </c:pt>
                <c:pt idx="18">
                  <c:v>68.521661503347303</c:v>
                </c:pt>
                <c:pt idx="19">
                  <c:v>68.515824763219598</c:v>
                </c:pt>
                <c:pt idx="20">
                  <c:v>68.515824763219598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B7A-4378-86B7-FDD4765D04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4065920"/>
        <c:axId val="1094055360"/>
      </c:scatterChart>
      <c:valAx>
        <c:axId val="10940659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94055360"/>
        <c:crosses val="autoZero"/>
        <c:crossBetween val="midCat"/>
      </c:valAx>
      <c:valAx>
        <c:axId val="1094055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940659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NSFNET_weighted_shortest_path_r!$A$2:$A$22</c:f>
              <c:numCache>
                <c:formatCode>General</c:formatCode>
                <c:ptCount val="21"/>
                <c:pt idx="0">
                  <c:v>90502.333329999994</c:v>
                </c:pt>
                <c:pt idx="1">
                  <c:v>90451.666670000006</c:v>
                </c:pt>
                <c:pt idx="2">
                  <c:v>90386.666670000006</c:v>
                </c:pt>
                <c:pt idx="3">
                  <c:v>90323.333329999994</c:v>
                </c:pt>
                <c:pt idx="4">
                  <c:v>90284</c:v>
                </c:pt>
                <c:pt idx="5">
                  <c:v>90263.666670000006</c:v>
                </c:pt>
                <c:pt idx="6">
                  <c:v>90244.666670000006</c:v>
                </c:pt>
                <c:pt idx="7">
                  <c:v>90229.333329999994</c:v>
                </c:pt>
                <c:pt idx="8">
                  <c:v>90229</c:v>
                </c:pt>
                <c:pt idx="9">
                  <c:v>90229</c:v>
                </c:pt>
                <c:pt idx="10">
                  <c:v>90228.666670000006</c:v>
                </c:pt>
                <c:pt idx="11">
                  <c:v>90228.666670000006</c:v>
                </c:pt>
                <c:pt idx="12">
                  <c:v>90228.666670000006</c:v>
                </c:pt>
                <c:pt idx="13">
                  <c:v>90228.666670000006</c:v>
                </c:pt>
                <c:pt idx="14">
                  <c:v>90228.333329999994</c:v>
                </c:pt>
                <c:pt idx="15">
                  <c:v>90227.333329999994</c:v>
                </c:pt>
                <c:pt idx="16">
                  <c:v>90227.666670000006</c:v>
                </c:pt>
                <c:pt idx="17">
                  <c:v>90227.333329999994</c:v>
                </c:pt>
                <c:pt idx="18">
                  <c:v>90227</c:v>
                </c:pt>
                <c:pt idx="19">
                  <c:v>90225.333329999994</c:v>
                </c:pt>
                <c:pt idx="20">
                  <c:v>90223.333329999994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8CD-44C4-A04C-303BB4A904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4075520"/>
        <c:axId val="1094075040"/>
      </c:scatterChart>
      <c:valAx>
        <c:axId val="10940755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94075040"/>
        <c:crosses val="autoZero"/>
        <c:crossBetween val="midCat"/>
      </c:valAx>
      <c:valAx>
        <c:axId val="10940750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940755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NSFNET_weighted_shortest_path_r!$A$2:$A$22</c:f>
              <c:numCache>
                <c:formatCode>General</c:formatCode>
                <c:ptCount val="21"/>
                <c:pt idx="0">
                  <c:v>290083</c:v>
                </c:pt>
                <c:pt idx="1">
                  <c:v>281964.66666666599</c:v>
                </c:pt>
                <c:pt idx="2">
                  <c:v>280222</c:v>
                </c:pt>
                <c:pt idx="3">
                  <c:v>279871.33333333302</c:v>
                </c:pt>
                <c:pt idx="4">
                  <c:v>279655</c:v>
                </c:pt>
                <c:pt idx="5">
                  <c:v>279557.33333333302</c:v>
                </c:pt>
                <c:pt idx="6">
                  <c:v>279392</c:v>
                </c:pt>
                <c:pt idx="7">
                  <c:v>279216.33333333302</c:v>
                </c:pt>
                <c:pt idx="8">
                  <c:v>279178</c:v>
                </c:pt>
                <c:pt idx="9">
                  <c:v>279073</c:v>
                </c:pt>
                <c:pt idx="10">
                  <c:v>278965.33333333302</c:v>
                </c:pt>
                <c:pt idx="11">
                  <c:v>278853.33333333302</c:v>
                </c:pt>
                <c:pt idx="12">
                  <c:v>278854.33333333302</c:v>
                </c:pt>
                <c:pt idx="13">
                  <c:v>278853</c:v>
                </c:pt>
                <c:pt idx="14">
                  <c:v>278824.33333333302</c:v>
                </c:pt>
                <c:pt idx="15">
                  <c:v>278818</c:v>
                </c:pt>
                <c:pt idx="16">
                  <c:v>278811</c:v>
                </c:pt>
                <c:pt idx="17">
                  <c:v>278821.66666666599</c:v>
                </c:pt>
                <c:pt idx="18">
                  <c:v>278797</c:v>
                </c:pt>
                <c:pt idx="19">
                  <c:v>278788.66666666599</c:v>
                </c:pt>
                <c:pt idx="20">
                  <c:v>278788.66666666599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93F-42C5-99EF-35A9F62375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93992944"/>
        <c:axId val="693994864"/>
      </c:scatterChart>
      <c:valAx>
        <c:axId val="6939929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93994864"/>
        <c:crosses val="autoZero"/>
        <c:crossBetween val="midCat"/>
      </c:valAx>
      <c:valAx>
        <c:axId val="693994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939929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NSFNET_weighted_shortest_path_r!$G$1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NSFNET_weighted_shortest_path_r!$G$2:$G$22</c:f>
              <c:numCache>
                <c:formatCode>General</c:formatCode>
                <c:ptCount val="21"/>
                <c:pt idx="0">
                  <c:v>88.407298715164899</c:v>
                </c:pt>
                <c:pt idx="1">
                  <c:v>84.789802614476201</c:v>
                </c:pt>
                <c:pt idx="2">
                  <c:v>79.348042615457402</c:v>
                </c:pt>
                <c:pt idx="3">
                  <c:v>75.043004696447596</c:v>
                </c:pt>
                <c:pt idx="4">
                  <c:v>72.156154306848194</c:v>
                </c:pt>
                <c:pt idx="5">
                  <c:v>70.114336753283794</c:v>
                </c:pt>
                <c:pt idx="6">
                  <c:v>68.827738496889495</c:v>
                </c:pt>
                <c:pt idx="7">
                  <c:v>67.921237798056197</c:v>
                </c:pt>
                <c:pt idx="8">
                  <c:v>67.269780518824504</c:v>
                </c:pt>
                <c:pt idx="9">
                  <c:v>66.834948713443694</c:v>
                </c:pt>
                <c:pt idx="10">
                  <c:v>66.548139071211807</c:v>
                </c:pt>
                <c:pt idx="11">
                  <c:v>66.342229514850999</c:v>
                </c:pt>
                <c:pt idx="12">
                  <c:v>66.180206728058707</c:v>
                </c:pt>
                <c:pt idx="13">
                  <c:v>66.058801315113996</c:v>
                </c:pt>
                <c:pt idx="14">
                  <c:v>65.987766919701102</c:v>
                </c:pt>
                <c:pt idx="15">
                  <c:v>65.949083488952596</c:v>
                </c:pt>
                <c:pt idx="16">
                  <c:v>65.894538343590099</c:v>
                </c:pt>
                <c:pt idx="17">
                  <c:v>65.856546504647</c:v>
                </c:pt>
                <c:pt idx="18">
                  <c:v>65.857664851500104</c:v>
                </c:pt>
                <c:pt idx="19">
                  <c:v>65.857723834885803</c:v>
                </c:pt>
                <c:pt idx="20">
                  <c:v>65.857723834885803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A60-4299-B78E-F8051FDEEF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91116816"/>
        <c:axId val="691118736"/>
      </c:scatterChart>
      <c:valAx>
        <c:axId val="691116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91118736"/>
        <c:crosses val="autoZero"/>
        <c:crossBetween val="midCat"/>
      </c:valAx>
      <c:valAx>
        <c:axId val="691118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911168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NSFNET_weighted_shortest_path_r!$A$2:$A$10</c:f>
              <c:numCache>
                <c:formatCode>General</c:formatCode>
                <c:ptCount val="9"/>
                <c:pt idx="0">
                  <c:v>91295.666670000006</c:v>
                </c:pt>
                <c:pt idx="1">
                  <c:v>91295.666670000006</c:v>
                </c:pt>
                <c:pt idx="2">
                  <c:v>91295.666670000006</c:v>
                </c:pt>
                <c:pt idx="3">
                  <c:v>91295.666670000006</c:v>
                </c:pt>
                <c:pt idx="4">
                  <c:v>91295</c:v>
                </c:pt>
                <c:pt idx="5">
                  <c:v>91295</c:v>
                </c:pt>
                <c:pt idx="6">
                  <c:v>91295</c:v>
                </c:pt>
                <c:pt idx="7">
                  <c:v>91295</c:v>
                </c:pt>
                <c:pt idx="8">
                  <c:v>91276.333329999994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2A2-4243-BEDD-53F8DCDA5C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72857632"/>
        <c:axId val="572854272"/>
      </c:scatterChart>
      <c:valAx>
        <c:axId val="5728576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2854272"/>
        <c:crosses val="autoZero"/>
        <c:crossBetween val="midCat"/>
      </c:valAx>
      <c:valAx>
        <c:axId val="572854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28576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NSFNET_weighted_shortest_path_r!$I$1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NSFNET_weighted_shortest_path_r!$I$2:$I$10</c:f>
              <c:numCache>
                <c:formatCode>General</c:formatCode>
                <c:ptCount val="9"/>
                <c:pt idx="0">
                  <c:v>490.57659749999999</c:v>
                </c:pt>
                <c:pt idx="1">
                  <c:v>481.74404800000002</c:v>
                </c:pt>
                <c:pt idx="2">
                  <c:v>467.30948599999999</c:v>
                </c:pt>
                <c:pt idx="3">
                  <c:v>444.14067870000002</c:v>
                </c:pt>
                <c:pt idx="4">
                  <c:v>415.97318680000001</c:v>
                </c:pt>
                <c:pt idx="5">
                  <c:v>410.41697069999998</c:v>
                </c:pt>
                <c:pt idx="6">
                  <c:v>397.3534899</c:v>
                </c:pt>
                <c:pt idx="7">
                  <c:v>390.2707997</c:v>
                </c:pt>
                <c:pt idx="8">
                  <c:v>74.417791769999994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4B2-45EC-BB56-9A1ECC2A57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76930128"/>
        <c:axId val="576920528"/>
      </c:scatterChart>
      <c:valAx>
        <c:axId val="5769301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6920528"/>
        <c:crosses val="autoZero"/>
        <c:crossBetween val="midCat"/>
      </c:valAx>
      <c:valAx>
        <c:axId val="5769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69301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NSFNET_weighted_shortest_path_r!$U$1</c:f>
              <c:strCache>
                <c:ptCount val="1"/>
                <c:pt idx="0">
                  <c:v>average_fairness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NSFNET_weighted_shortest_path_r!$U$2:$U$10</c:f>
              <c:numCache>
                <c:formatCode>General</c:formatCode>
                <c:ptCount val="9"/>
                <c:pt idx="0">
                  <c:v>0.99920598999999999</c:v>
                </c:pt>
                <c:pt idx="1">
                  <c:v>0.99920540899999999</c:v>
                </c:pt>
                <c:pt idx="2">
                  <c:v>0.99920540899999999</c:v>
                </c:pt>
                <c:pt idx="3">
                  <c:v>0.99920540899999999</c:v>
                </c:pt>
                <c:pt idx="4">
                  <c:v>0.99920540899999999</c:v>
                </c:pt>
                <c:pt idx="5">
                  <c:v>0.99920540899999999</c:v>
                </c:pt>
                <c:pt idx="6">
                  <c:v>0.99920540899999999</c:v>
                </c:pt>
                <c:pt idx="7">
                  <c:v>0.99920540899999999</c:v>
                </c:pt>
                <c:pt idx="8">
                  <c:v>0.99920465199999997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CF5-420D-B91C-164668B9A0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76921488"/>
        <c:axId val="576919568"/>
      </c:scatterChart>
      <c:valAx>
        <c:axId val="5769214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6919568"/>
        <c:crosses val="autoZero"/>
        <c:crossBetween val="midCat"/>
      </c:valAx>
      <c:valAx>
        <c:axId val="576919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769214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NSFNET_weighted_shortest_path_r!$A$2:$A$10</c:f>
              <c:numCache>
                <c:formatCode>General</c:formatCode>
                <c:ptCount val="9"/>
                <c:pt idx="0">
                  <c:v>272963.3333</c:v>
                </c:pt>
                <c:pt idx="1">
                  <c:v>272896</c:v>
                </c:pt>
                <c:pt idx="2">
                  <c:v>272824.3333</c:v>
                </c:pt>
                <c:pt idx="3">
                  <c:v>272291.6667</c:v>
                </c:pt>
                <c:pt idx="4">
                  <c:v>270625.6667</c:v>
                </c:pt>
                <c:pt idx="5">
                  <c:v>268509.6667</c:v>
                </c:pt>
                <c:pt idx="6">
                  <c:v>266042</c:v>
                </c:pt>
                <c:pt idx="7">
                  <c:v>262927.6667</c:v>
                </c:pt>
                <c:pt idx="8">
                  <c:v>257035.6667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03E-49E8-96AF-C9EB134B6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4374047"/>
        <c:axId val="1194373567"/>
      </c:scatterChart>
      <c:valAx>
        <c:axId val="11943740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94373567"/>
        <c:crosses val="autoZero"/>
        <c:crossBetween val="midCat"/>
      </c:valAx>
      <c:valAx>
        <c:axId val="1194373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943740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NSFNET_weighted_shortest_path_r!$I$1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NSFNET_weighted_shortest_path_r!$I$2:$I$10</c:f>
              <c:numCache>
                <c:formatCode>General</c:formatCode>
                <c:ptCount val="9"/>
                <c:pt idx="0">
                  <c:v>547.46959800000002</c:v>
                </c:pt>
                <c:pt idx="1">
                  <c:v>543.30316549999998</c:v>
                </c:pt>
                <c:pt idx="2">
                  <c:v>532.21224489999997</c:v>
                </c:pt>
                <c:pt idx="3">
                  <c:v>512.94716019999998</c:v>
                </c:pt>
                <c:pt idx="4">
                  <c:v>479.8570082</c:v>
                </c:pt>
                <c:pt idx="5">
                  <c:v>456.95285730000001</c:v>
                </c:pt>
                <c:pt idx="6">
                  <c:v>411.3045472</c:v>
                </c:pt>
                <c:pt idx="7">
                  <c:v>290.60500350000001</c:v>
                </c:pt>
                <c:pt idx="8">
                  <c:v>77.528750299999999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4A3-4251-A197-2DF828CA55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02643183"/>
        <c:axId val="1202646063"/>
      </c:scatterChart>
      <c:valAx>
        <c:axId val="12026431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02646063"/>
        <c:crosses val="autoZero"/>
        <c:crossBetween val="midCat"/>
      </c:valAx>
      <c:valAx>
        <c:axId val="1202646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026431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NSFNET_weighted_shortest_path_r!$U$1</c:f>
              <c:strCache>
                <c:ptCount val="1"/>
                <c:pt idx="0">
                  <c:v>average_fairness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NSFNET_weighted_shortest_path_r!$U$2:$U$10</c:f>
              <c:numCache>
                <c:formatCode>General</c:formatCode>
                <c:ptCount val="9"/>
                <c:pt idx="0">
                  <c:v>0.99974401099999999</c:v>
                </c:pt>
                <c:pt idx="1">
                  <c:v>0.99974730700000003</c:v>
                </c:pt>
                <c:pt idx="2">
                  <c:v>0.99974905199999997</c:v>
                </c:pt>
                <c:pt idx="3">
                  <c:v>0.99974714899999995</c:v>
                </c:pt>
                <c:pt idx="4">
                  <c:v>0.99959148499999995</c:v>
                </c:pt>
                <c:pt idx="5">
                  <c:v>0.99909364499999997</c:v>
                </c:pt>
                <c:pt idx="6">
                  <c:v>0.99799505700000002</c:v>
                </c:pt>
                <c:pt idx="7">
                  <c:v>0.99662384199999998</c:v>
                </c:pt>
                <c:pt idx="8">
                  <c:v>0.99457233099999998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424-4FAE-9B10-A99C41263C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2370048"/>
        <c:axId val="502370528"/>
      </c:scatterChart>
      <c:valAx>
        <c:axId val="5023700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02370528"/>
        <c:crosses val="autoZero"/>
        <c:crossBetween val="midCat"/>
      </c:valAx>
      <c:valAx>
        <c:axId val="50237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023700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NSFNET_weighted_shortest_path_r!$A$2:$A$10</c:f>
              <c:numCache>
                <c:formatCode>General</c:formatCode>
                <c:ptCount val="9"/>
                <c:pt idx="0">
                  <c:v>326206.3333</c:v>
                </c:pt>
                <c:pt idx="1">
                  <c:v>325975.3333</c:v>
                </c:pt>
                <c:pt idx="2">
                  <c:v>325032.6667</c:v>
                </c:pt>
                <c:pt idx="3">
                  <c:v>323315</c:v>
                </c:pt>
                <c:pt idx="4">
                  <c:v>319758.3333</c:v>
                </c:pt>
                <c:pt idx="5">
                  <c:v>316294</c:v>
                </c:pt>
                <c:pt idx="6">
                  <c:v>312167.6667</c:v>
                </c:pt>
                <c:pt idx="7">
                  <c:v>307810.3333</c:v>
                </c:pt>
                <c:pt idx="8">
                  <c:v>293741.6667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AED-4147-B14D-486ACD588E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65184640"/>
        <c:axId val="265171680"/>
      </c:scatterChart>
      <c:valAx>
        <c:axId val="265184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65171680"/>
        <c:crosses val="autoZero"/>
        <c:crossBetween val="midCat"/>
      </c:valAx>
      <c:valAx>
        <c:axId val="2651716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651846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NSFNET_weighted_shortest_path_r!$I$1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NSFNET_weighted_shortest_path_r!$I$2:$I$10</c:f>
              <c:numCache>
                <c:formatCode>General</c:formatCode>
                <c:ptCount val="9"/>
                <c:pt idx="0">
                  <c:v>610.26315079999995</c:v>
                </c:pt>
                <c:pt idx="1">
                  <c:v>604.45161880000001</c:v>
                </c:pt>
                <c:pt idx="2">
                  <c:v>588.68998480000005</c:v>
                </c:pt>
                <c:pt idx="3">
                  <c:v>560.24688100000003</c:v>
                </c:pt>
                <c:pt idx="4">
                  <c:v>509.09190050000001</c:v>
                </c:pt>
                <c:pt idx="5">
                  <c:v>477.53609119999999</c:v>
                </c:pt>
                <c:pt idx="6">
                  <c:v>438.28765099999998</c:v>
                </c:pt>
                <c:pt idx="7">
                  <c:v>337.06589869999999</c:v>
                </c:pt>
                <c:pt idx="8">
                  <c:v>86.247085589999998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2E1-4C2C-97AA-972C964A0D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554944"/>
        <c:axId val="170557344"/>
      </c:scatterChart>
      <c:valAx>
        <c:axId val="1705549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0557344"/>
        <c:crosses val="autoZero"/>
        <c:crossBetween val="midCat"/>
      </c:valAx>
      <c:valAx>
        <c:axId val="170557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055494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NSFNET_weighted_shortest_path_r!$U$1</c:f>
              <c:strCache>
                <c:ptCount val="1"/>
                <c:pt idx="0">
                  <c:v>average_fairness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NSFNET_weighted_shortest_path_r!$U$2:$U$10</c:f>
              <c:numCache>
                <c:formatCode>General</c:formatCode>
                <c:ptCount val="9"/>
                <c:pt idx="0">
                  <c:v>0.88989387200000003</c:v>
                </c:pt>
                <c:pt idx="1">
                  <c:v>0.88952783000000002</c:v>
                </c:pt>
                <c:pt idx="2">
                  <c:v>0.88800881600000003</c:v>
                </c:pt>
                <c:pt idx="3">
                  <c:v>0.88455554300000006</c:v>
                </c:pt>
                <c:pt idx="4">
                  <c:v>0.87739584900000001</c:v>
                </c:pt>
                <c:pt idx="5">
                  <c:v>0.87301234100000003</c:v>
                </c:pt>
                <c:pt idx="6">
                  <c:v>0.86798384100000003</c:v>
                </c:pt>
                <c:pt idx="7">
                  <c:v>0.86373166999999995</c:v>
                </c:pt>
                <c:pt idx="8">
                  <c:v>0.85581760399999995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395-4ECF-A1CD-ECABCA585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65170720"/>
        <c:axId val="265181760"/>
      </c:scatterChart>
      <c:valAx>
        <c:axId val="2651707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65181760"/>
        <c:crosses val="autoZero"/>
        <c:crossBetween val="midCat"/>
      </c:valAx>
      <c:valAx>
        <c:axId val="26518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651707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NSFNET_weighted_shortest_path_r!$A$2:$A$10</c:f>
              <c:numCache>
                <c:formatCode>General</c:formatCode>
                <c:ptCount val="9"/>
                <c:pt idx="0">
                  <c:v>91276.333329999994</c:v>
                </c:pt>
                <c:pt idx="1">
                  <c:v>91267.333329999994</c:v>
                </c:pt>
                <c:pt idx="2">
                  <c:v>91267.333329999994</c:v>
                </c:pt>
                <c:pt idx="3">
                  <c:v>91267</c:v>
                </c:pt>
                <c:pt idx="4">
                  <c:v>91267</c:v>
                </c:pt>
                <c:pt idx="5">
                  <c:v>91267</c:v>
                </c:pt>
                <c:pt idx="6">
                  <c:v>91266.666670000006</c:v>
                </c:pt>
                <c:pt idx="7">
                  <c:v>91266.666670000006</c:v>
                </c:pt>
                <c:pt idx="8">
                  <c:v>91264.333329999994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B2-4BA8-860B-B508E9EEB5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7283472"/>
        <c:axId val="805210688"/>
      </c:scatterChart>
      <c:valAx>
        <c:axId val="9272834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05210688"/>
        <c:crosses val="autoZero"/>
        <c:crossBetween val="midCat"/>
      </c:valAx>
      <c:valAx>
        <c:axId val="805210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272834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NSFNET_weighted_shortest_path_r!$I$1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NSFNET_weighted_shortest_path_r!$I$2:$I$10</c:f>
              <c:numCache>
                <c:formatCode>General</c:formatCode>
                <c:ptCount val="9"/>
                <c:pt idx="0">
                  <c:v>74.417791769999994</c:v>
                </c:pt>
                <c:pt idx="1">
                  <c:v>72.277335039999997</c:v>
                </c:pt>
                <c:pt idx="2">
                  <c:v>69.407203280000004</c:v>
                </c:pt>
                <c:pt idx="3">
                  <c:v>65.127689529999998</c:v>
                </c:pt>
                <c:pt idx="4">
                  <c:v>64.882084950000007</c:v>
                </c:pt>
                <c:pt idx="5">
                  <c:v>64.909813940000006</c:v>
                </c:pt>
                <c:pt idx="6">
                  <c:v>64.933982569999998</c:v>
                </c:pt>
                <c:pt idx="7">
                  <c:v>64.934133720000005</c:v>
                </c:pt>
                <c:pt idx="8">
                  <c:v>64.941939000000005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D5E-4A54-A4A7-56179FE3B1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0876912"/>
        <c:axId val="70875472"/>
      </c:scatterChart>
      <c:valAx>
        <c:axId val="708769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0875472"/>
        <c:crosses val="autoZero"/>
        <c:crossBetween val="midCat"/>
      </c:valAx>
      <c:valAx>
        <c:axId val="70875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08769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NSFNET_weighted_shortest_path_r!$U$1</c:f>
              <c:strCache>
                <c:ptCount val="1"/>
                <c:pt idx="0">
                  <c:v>average_fairness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NSFNET_weighted_shortest_path_r!$U$2:$U$10</c:f>
              <c:numCache>
                <c:formatCode>General</c:formatCode>
                <c:ptCount val="9"/>
                <c:pt idx="0">
                  <c:v>0.99920465199999997</c:v>
                </c:pt>
                <c:pt idx="1">
                  <c:v>0.99920656799999996</c:v>
                </c:pt>
                <c:pt idx="2">
                  <c:v>0.99920650499999997</c:v>
                </c:pt>
                <c:pt idx="3">
                  <c:v>0.99920874000000004</c:v>
                </c:pt>
                <c:pt idx="4">
                  <c:v>0.999209397</c:v>
                </c:pt>
                <c:pt idx="5">
                  <c:v>0.999209287</c:v>
                </c:pt>
                <c:pt idx="6">
                  <c:v>0.99920901699999998</c:v>
                </c:pt>
                <c:pt idx="7">
                  <c:v>0.99920901699999998</c:v>
                </c:pt>
                <c:pt idx="8">
                  <c:v>0.999209287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02E-4822-8E4E-C93DE3C473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308832"/>
        <c:axId val="64309792"/>
      </c:scatterChart>
      <c:valAx>
        <c:axId val="64308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09792"/>
        <c:crosses val="autoZero"/>
        <c:crossBetween val="midCat"/>
      </c:valAx>
      <c:valAx>
        <c:axId val="64309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3088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NSFNET_weighted_shortest_path_r!$A$2:$A$10</c:f>
              <c:numCache>
                <c:formatCode>General</c:formatCode>
                <c:ptCount val="9"/>
                <c:pt idx="0">
                  <c:v>257035.6667</c:v>
                </c:pt>
                <c:pt idx="1">
                  <c:v>252840.6667</c:v>
                </c:pt>
                <c:pt idx="2">
                  <c:v>249818.3333</c:v>
                </c:pt>
                <c:pt idx="3">
                  <c:v>247807</c:v>
                </c:pt>
                <c:pt idx="4">
                  <c:v>247799.6667</c:v>
                </c:pt>
                <c:pt idx="5">
                  <c:v>247802</c:v>
                </c:pt>
                <c:pt idx="6">
                  <c:v>247654</c:v>
                </c:pt>
                <c:pt idx="7">
                  <c:v>247613</c:v>
                </c:pt>
                <c:pt idx="8">
                  <c:v>246932.6667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54-4B34-8665-9D89B27E84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828943"/>
        <c:axId val="83827983"/>
      </c:scatterChart>
      <c:valAx>
        <c:axId val="838289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3827983"/>
        <c:crosses val="autoZero"/>
        <c:crossBetween val="midCat"/>
      </c:valAx>
      <c:valAx>
        <c:axId val="838279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38289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NSFNET_weighted_shortest_path_r!$I$1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NSFNET_weighted_shortest_path_r!$I$2:$I$10</c:f>
              <c:numCache>
                <c:formatCode>General</c:formatCode>
                <c:ptCount val="9"/>
                <c:pt idx="0">
                  <c:v>77.528750299999999</c:v>
                </c:pt>
                <c:pt idx="1">
                  <c:v>72.83181338</c:v>
                </c:pt>
                <c:pt idx="2">
                  <c:v>65.004355419999996</c:v>
                </c:pt>
                <c:pt idx="3">
                  <c:v>62.66857795</c:v>
                </c:pt>
                <c:pt idx="4">
                  <c:v>62.18391811</c:v>
                </c:pt>
                <c:pt idx="5">
                  <c:v>62.168811179999999</c:v>
                </c:pt>
                <c:pt idx="6">
                  <c:v>62.156116599999997</c:v>
                </c:pt>
                <c:pt idx="7">
                  <c:v>62.142710579999999</c:v>
                </c:pt>
                <c:pt idx="8">
                  <c:v>62.112880439999998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27E-40BB-A866-B75545B940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77092911"/>
        <c:axId val="1477094831"/>
      </c:scatterChart>
      <c:valAx>
        <c:axId val="14770929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77094831"/>
        <c:crosses val="autoZero"/>
        <c:crossBetween val="midCat"/>
      </c:valAx>
      <c:valAx>
        <c:axId val="1477094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7709291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NSFNET_weighted_shortest_path_r!$U$1</c:f>
              <c:strCache>
                <c:ptCount val="1"/>
                <c:pt idx="0">
                  <c:v>average_fairness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NSFNET_weighted_shortest_path_r!$U$2:$U$10</c:f>
              <c:numCache>
                <c:formatCode>General</c:formatCode>
                <c:ptCount val="9"/>
                <c:pt idx="0">
                  <c:v>0.99457233099999998</c:v>
                </c:pt>
                <c:pt idx="1">
                  <c:v>0.99614217299999996</c:v>
                </c:pt>
                <c:pt idx="2">
                  <c:v>0.99646529699999997</c:v>
                </c:pt>
                <c:pt idx="3">
                  <c:v>0.996441939</c:v>
                </c:pt>
                <c:pt idx="4">
                  <c:v>0.99650583000000004</c:v>
                </c:pt>
                <c:pt idx="5">
                  <c:v>0.99653101200000005</c:v>
                </c:pt>
                <c:pt idx="6">
                  <c:v>0.99651966800000003</c:v>
                </c:pt>
                <c:pt idx="7">
                  <c:v>0.996522299</c:v>
                </c:pt>
                <c:pt idx="8">
                  <c:v>0.99650575100000005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580-4D24-8E3E-2A86F5A75E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80286111"/>
        <c:axId val="1480286591"/>
      </c:scatterChart>
      <c:valAx>
        <c:axId val="14802861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80286591"/>
        <c:crosses val="autoZero"/>
        <c:crossBetween val="midCat"/>
      </c:valAx>
      <c:valAx>
        <c:axId val="1480286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8028611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NSFNET_weighted_shortest_path_r!$A$2:$A$10</c:f>
              <c:numCache>
                <c:formatCode>General</c:formatCode>
                <c:ptCount val="9"/>
                <c:pt idx="0">
                  <c:v>293741.6667</c:v>
                </c:pt>
                <c:pt idx="1">
                  <c:v>287042.6667</c:v>
                </c:pt>
                <c:pt idx="2">
                  <c:v>282620.6667</c:v>
                </c:pt>
                <c:pt idx="3">
                  <c:v>280805</c:v>
                </c:pt>
                <c:pt idx="4">
                  <c:v>280772.6667</c:v>
                </c:pt>
                <c:pt idx="5">
                  <c:v>280764.6667</c:v>
                </c:pt>
                <c:pt idx="6">
                  <c:v>280718.3333</c:v>
                </c:pt>
                <c:pt idx="7">
                  <c:v>280667.3333</c:v>
                </c:pt>
                <c:pt idx="8">
                  <c:v>280303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774-4C23-A288-248ED1898E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1527503"/>
        <c:axId val="1131541903"/>
      </c:scatterChart>
      <c:valAx>
        <c:axId val="11315275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31541903"/>
        <c:crosses val="autoZero"/>
        <c:crossBetween val="midCat"/>
      </c:valAx>
      <c:valAx>
        <c:axId val="1131541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3152750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NSFNET_weighted_shortest_path_r!$I$1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NSFNET_weighted_shortest_path_r!$I$2:$I$10</c:f>
              <c:numCache>
                <c:formatCode>General</c:formatCode>
                <c:ptCount val="9"/>
                <c:pt idx="0">
                  <c:v>86.247085589999998</c:v>
                </c:pt>
                <c:pt idx="1">
                  <c:v>72.589091659999994</c:v>
                </c:pt>
                <c:pt idx="2">
                  <c:v>65.772764319999993</c:v>
                </c:pt>
                <c:pt idx="3">
                  <c:v>63.830536090000003</c:v>
                </c:pt>
                <c:pt idx="4">
                  <c:v>63.317653749999998</c:v>
                </c:pt>
                <c:pt idx="5">
                  <c:v>63.257299289999999</c:v>
                </c:pt>
                <c:pt idx="6">
                  <c:v>63.213711500000002</c:v>
                </c:pt>
                <c:pt idx="7">
                  <c:v>63.202643109999997</c:v>
                </c:pt>
                <c:pt idx="8">
                  <c:v>63.186348070000001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D13-4BFA-BC18-D540AF9620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1556863"/>
        <c:axId val="1131554943"/>
      </c:scatterChart>
      <c:valAx>
        <c:axId val="11315568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31554943"/>
        <c:crosses val="autoZero"/>
        <c:crossBetween val="midCat"/>
      </c:valAx>
      <c:valAx>
        <c:axId val="1131554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315568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NSFNET_weighted_shortest_path_r!$U$1</c:f>
              <c:strCache>
                <c:ptCount val="1"/>
                <c:pt idx="0">
                  <c:v>average_fairness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NSFNET_weighted_shortest_path_r!$U$2:$U$10</c:f>
              <c:numCache>
                <c:formatCode>General</c:formatCode>
                <c:ptCount val="9"/>
                <c:pt idx="0">
                  <c:v>0.85581760399999995</c:v>
                </c:pt>
                <c:pt idx="1">
                  <c:v>0.88901644999999996</c:v>
                </c:pt>
                <c:pt idx="2">
                  <c:v>0.88889770800000001</c:v>
                </c:pt>
                <c:pt idx="3">
                  <c:v>0.88719121599999995</c:v>
                </c:pt>
                <c:pt idx="4">
                  <c:v>0.88785431599999998</c:v>
                </c:pt>
                <c:pt idx="5">
                  <c:v>0.88816947400000001</c:v>
                </c:pt>
                <c:pt idx="6">
                  <c:v>0.88809907300000002</c:v>
                </c:pt>
                <c:pt idx="7">
                  <c:v>0.88804673199999995</c:v>
                </c:pt>
                <c:pt idx="8">
                  <c:v>0.88810089299999995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418-4596-A4EF-C6303BDB6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38837919"/>
        <c:axId val="1138843199"/>
      </c:scatterChart>
      <c:valAx>
        <c:axId val="113883791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38843199"/>
        <c:crosses val="autoZero"/>
        <c:crossBetween val="midCat"/>
      </c:valAx>
      <c:valAx>
        <c:axId val="1138843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388379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COST266_weighted_shortest_path_!$A$2:$A$10</c:f>
              <c:numCache>
                <c:formatCode>General</c:formatCode>
                <c:ptCount val="9"/>
                <c:pt idx="0">
                  <c:v>342493.3333</c:v>
                </c:pt>
                <c:pt idx="1">
                  <c:v>342114</c:v>
                </c:pt>
                <c:pt idx="2">
                  <c:v>341268.6667</c:v>
                </c:pt>
                <c:pt idx="3">
                  <c:v>339729.6667</c:v>
                </c:pt>
                <c:pt idx="4">
                  <c:v>337166.3333</c:v>
                </c:pt>
                <c:pt idx="5">
                  <c:v>335760.6667</c:v>
                </c:pt>
                <c:pt idx="6">
                  <c:v>334891.3333</c:v>
                </c:pt>
                <c:pt idx="7">
                  <c:v>333329.6667</c:v>
                </c:pt>
                <c:pt idx="8">
                  <c:v>331030.6667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588-4ED7-93AC-220B06F649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31024464"/>
        <c:axId val="1831010544"/>
      </c:scatterChart>
      <c:valAx>
        <c:axId val="18310244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31010544"/>
        <c:crosses val="autoZero"/>
        <c:crossBetween val="midCat"/>
      </c:valAx>
      <c:valAx>
        <c:axId val="1831010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310244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COST266_weighted_shortest_path_!$G$1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COST266_weighted_shortest_path_!$G$2:$G$10</c:f>
              <c:numCache>
                <c:formatCode>General</c:formatCode>
                <c:ptCount val="9"/>
                <c:pt idx="0">
                  <c:v>542.09427449999998</c:v>
                </c:pt>
                <c:pt idx="1">
                  <c:v>535.04656890000001</c:v>
                </c:pt>
                <c:pt idx="2">
                  <c:v>514.84005390000004</c:v>
                </c:pt>
                <c:pt idx="3">
                  <c:v>476.19034060000001</c:v>
                </c:pt>
                <c:pt idx="4">
                  <c:v>415.35933119999999</c:v>
                </c:pt>
                <c:pt idx="5">
                  <c:v>391.8117623</c:v>
                </c:pt>
                <c:pt idx="6">
                  <c:v>358.28440330000001</c:v>
                </c:pt>
                <c:pt idx="7">
                  <c:v>302.64777420000001</c:v>
                </c:pt>
                <c:pt idx="8">
                  <c:v>139.80340340000001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FBA-4458-9848-27EE77ECBB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0886464"/>
        <c:axId val="420884544"/>
      </c:scatterChart>
      <c:valAx>
        <c:axId val="4208864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20884544"/>
        <c:crosses val="autoZero"/>
        <c:crossBetween val="midCat"/>
      </c:valAx>
      <c:valAx>
        <c:axId val="420884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208864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COST266_weighted_shortest_path_!$Q$1</c:f>
              <c:strCache>
                <c:ptCount val="1"/>
                <c:pt idx="0">
                  <c:v>average_fairness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COST266_weighted_shortest_path_!$Q$2:$Q$10</c:f>
              <c:numCache>
                <c:formatCode>General</c:formatCode>
                <c:ptCount val="9"/>
                <c:pt idx="0">
                  <c:v>0.97093850100000001</c:v>
                </c:pt>
                <c:pt idx="1">
                  <c:v>0.97023067500000004</c:v>
                </c:pt>
                <c:pt idx="2">
                  <c:v>0.96885673299999997</c:v>
                </c:pt>
                <c:pt idx="3">
                  <c:v>0.96650772900000004</c:v>
                </c:pt>
                <c:pt idx="4">
                  <c:v>0.96341721899999999</c:v>
                </c:pt>
                <c:pt idx="5">
                  <c:v>0.96167300899999997</c:v>
                </c:pt>
                <c:pt idx="6">
                  <c:v>0.96099141799999999</c:v>
                </c:pt>
                <c:pt idx="7">
                  <c:v>0.96021722200000004</c:v>
                </c:pt>
                <c:pt idx="8">
                  <c:v>0.95811639299999996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55A-41AC-A1C5-7FED711372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3628688"/>
        <c:axId val="563635408"/>
      </c:scatterChart>
      <c:valAx>
        <c:axId val="5636286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3635408"/>
        <c:crosses val="autoZero"/>
        <c:crossBetween val="midCat"/>
      </c:valAx>
      <c:valAx>
        <c:axId val="56363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36286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COST266_weighted_shortest_path_!$A$2:$A$10</c:f>
              <c:numCache>
                <c:formatCode>General</c:formatCode>
                <c:ptCount val="9"/>
                <c:pt idx="0">
                  <c:v>462768</c:v>
                </c:pt>
                <c:pt idx="1">
                  <c:v>462512.66666666599</c:v>
                </c:pt>
                <c:pt idx="2">
                  <c:v>460389</c:v>
                </c:pt>
                <c:pt idx="3">
                  <c:v>458551.33333333302</c:v>
                </c:pt>
                <c:pt idx="4">
                  <c:v>455101.66666666599</c:v>
                </c:pt>
                <c:pt idx="5">
                  <c:v>454109.33333333302</c:v>
                </c:pt>
                <c:pt idx="6">
                  <c:v>453616.33333333302</c:v>
                </c:pt>
                <c:pt idx="7">
                  <c:v>452903</c:v>
                </c:pt>
                <c:pt idx="8">
                  <c:v>452759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AA4-4AD3-AFCC-EAAA8C2B7F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7860416"/>
        <c:axId val="1197860896"/>
      </c:scatterChart>
      <c:valAx>
        <c:axId val="11978604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97860896"/>
        <c:crosses val="autoZero"/>
        <c:crossBetween val="midCat"/>
      </c:valAx>
      <c:valAx>
        <c:axId val="1197860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978604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COST266_weighted_shortest_path_!$G$1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COST266_weighted_shortest_path_!$G$2:$G$10</c:f>
              <c:numCache>
                <c:formatCode>General</c:formatCode>
                <c:ptCount val="9"/>
                <c:pt idx="0">
                  <c:v>538.48872648577299</c:v>
                </c:pt>
                <c:pt idx="1">
                  <c:v>530.11580092056795</c:v>
                </c:pt>
                <c:pt idx="2">
                  <c:v>506.07034955667802</c:v>
                </c:pt>
                <c:pt idx="3">
                  <c:v>462.01682681577802</c:v>
                </c:pt>
                <c:pt idx="4">
                  <c:v>385.36419012211599</c:v>
                </c:pt>
                <c:pt idx="5">
                  <c:v>354.89731911909001</c:v>
                </c:pt>
                <c:pt idx="6">
                  <c:v>312.68760074436898</c:v>
                </c:pt>
                <c:pt idx="7">
                  <c:v>253.75960715266299</c:v>
                </c:pt>
                <c:pt idx="8">
                  <c:v>128.64798587713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69D-4E72-9866-FC61403553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04924048"/>
        <c:axId val="1204927408"/>
      </c:scatterChart>
      <c:valAx>
        <c:axId val="12049240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04927408"/>
        <c:crosses val="autoZero"/>
        <c:crossBetween val="midCat"/>
      </c:valAx>
      <c:valAx>
        <c:axId val="1204927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049240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COST266_weighted_shortest_path_!$Q$1</c:f>
              <c:strCache>
                <c:ptCount val="1"/>
                <c:pt idx="0">
                  <c:v>average_fairness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COST266_weighted_shortest_path_!$Q$2:$Q$10</c:f>
              <c:numCache>
                <c:formatCode>General</c:formatCode>
                <c:ptCount val="9"/>
                <c:pt idx="0">
                  <c:v>0.64287692145130904</c:v>
                </c:pt>
                <c:pt idx="1">
                  <c:v>0.64151684012104904</c:v>
                </c:pt>
                <c:pt idx="2">
                  <c:v>0.64132622250624405</c:v>
                </c:pt>
                <c:pt idx="3">
                  <c:v>0.639864868751709</c:v>
                </c:pt>
                <c:pt idx="4">
                  <c:v>0.63704960811435296</c:v>
                </c:pt>
                <c:pt idx="5">
                  <c:v>0.63704417392425206</c:v>
                </c:pt>
                <c:pt idx="6">
                  <c:v>0.63729141619002205</c:v>
                </c:pt>
                <c:pt idx="7">
                  <c:v>0.63029106799408996</c:v>
                </c:pt>
                <c:pt idx="8">
                  <c:v>0.62601583605738498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FEF-4726-B0C8-99C0C56CF5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9044784"/>
        <c:axId val="1199045264"/>
      </c:scatterChart>
      <c:valAx>
        <c:axId val="11990447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99045264"/>
        <c:crosses val="autoZero"/>
        <c:crossBetween val="midCat"/>
      </c:valAx>
      <c:valAx>
        <c:axId val="1199045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990447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COST266_weighted_shortest_path_!$A$2:$A$10</c:f>
              <c:numCache>
                <c:formatCode>General</c:formatCode>
                <c:ptCount val="9"/>
                <c:pt idx="0">
                  <c:v>523605.3333</c:v>
                </c:pt>
                <c:pt idx="1">
                  <c:v>523205.6667</c:v>
                </c:pt>
                <c:pt idx="2">
                  <c:v>521837.3333</c:v>
                </c:pt>
                <c:pt idx="3">
                  <c:v>520669</c:v>
                </c:pt>
                <c:pt idx="4">
                  <c:v>518253.6667</c:v>
                </c:pt>
                <c:pt idx="5">
                  <c:v>517439.6667</c:v>
                </c:pt>
                <c:pt idx="6">
                  <c:v>516874.3333</c:v>
                </c:pt>
                <c:pt idx="7">
                  <c:v>508290.3333</c:v>
                </c:pt>
                <c:pt idx="8">
                  <c:v>501939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4B0-4981-961D-ACF14ED280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06828512"/>
        <c:axId val="1806830912"/>
      </c:scatterChart>
      <c:valAx>
        <c:axId val="18068285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06830912"/>
        <c:crosses val="autoZero"/>
        <c:crossBetween val="midCat"/>
      </c:valAx>
      <c:valAx>
        <c:axId val="1806830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068285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COST266_weighted_shortest_path_!$G$1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COST266_weighted_shortest_path_!$G$2:$G$10</c:f>
              <c:numCache>
                <c:formatCode>General</c:formatCode>
                <c:ptCount val="9"/>
                <c:pt idx="0">
                  <c:v>503.6601867</c:v>
                </c:pt>
                <c:pt idx="1">
                  <c:v>496.22546729999999</c:v>
                </c:pt>
                <c:pt idx="2">
                  <c:v>473.81415579999998</c:v>
                </c:pt>
                <c:pt idx="3">
                  <c:v>432.06860419999998</c:v>
                </c:pt>
                <c:pt idx="4">
                  <c:v>363.53882900000002</c:v>
                </c:pt>
                <c:pt idx="5">
                  <c:v>332.82633629999998</c:v>
                </c:pt>
                <c:pt idx="6">
                  <c:v>291.92466020000001</c:v>
                </c:pt>
                <c:pt idx="7">
                  <c:v>216.88579859999999</c:v>
                </c:pt>
                <c:pt idx="8">
                  <c:v>115.7670316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978-46AF-AAC7-5477F85B7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99906192"/>
        <c:axId val="1799908112"/>
      </c:scatterChart>
      <c:valAx>
        <c:axId val="1799906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9908112"/>
        <c:crosses val="autoZero"/>
        <c:crossBetween val="midCat"/>
      </c:valAx>
      <c:valAx>
        <c:axId val="1799908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99061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COST266_weighted_shortest_path_!$Q$1</c:f>
              <c:strCache>
                <c:ptCount val="1"/>
                <c:pt idx="0">
                  <c:v>average_fairness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COST266_weighted_shortest_path_!$Q$2:$Q$10</c:f>
              <c:numCache>
                <c:formatCode>General</c:formatCode>
                <c:ptCount val="9"/>
                <c:pt idx="0">
                  <c:v>0.515271386</c:v>
                </c:pt>
                <c:pt idx="1">
                  <c:v>0.50728295800000001</c:v>
                </c:pt>
                <c:pt idx="2">
                  <c:v>0.504394173</c:v>
                </c:pt>
                <c:pt idx="3">
                  <c:v>0.50211776100000005</c:v>
                </c:pt>
                <c:pt idx="4">
                  <c:v>0.50090455099999998</c:v>
                </c:pt>
                <c:pt idx="5">
                  <c:v>0.50135153799999999</c:v>
                </c:pt>
                <c:pt idx="6">
                  <c:v>0.50126351599999996</c:v>
                </c:pt>
                <c:pt idx="7">
                  <c:v>0.50076969999999998</c:v>
                </c:pt>
                <c:pt idx="8">
                  <c:v>0.50019014799999995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E84-453F-B1CD-0B0863C6D1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28087296"/>
        <c:axId val="1628086816"/>
      </c:scatterChart>
      <c:valAx>
        <c:axId val="16280872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28086816"/>
        <c:crosses val="autoZero"/>
        <c:crossBetween val="midCat"/>
      </c:valAx>
      <c:valAx>
        <c:axId val="1628086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280872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COST266_weighted_shortest_path_!$A$2:$A$10</c:f>
              <c:numCache>
                <c:formatCode>General</c:formatCode>
                <c:ptCount val="9"/>
                <c:pt idx="0">
                  <c:v>331030.6667</c:v>
                </c:pt>
                <c:pt idx="1">
                  <c:v>323141.33333333302</c:v>
                </c:pt>
                <c:pt idx="2">
                  <c:v>321584.33333333302</c:v>
                </c:pt>
                <c:pt idx="3">
                  <c:v>322182.66666666599</c:v>
                </c:pt>
                <c:pt idx="4">
                  <c:v>322137</c:v>
                </c:pt>
                <c:pt idx="5">
                  <c:v>322071.66666666599</c:v>
                </c:pt>
                <c:pt idx="6">
                  <c:v>322142.66666666599</c:v>
                </c:pt>
                <c:pt idx="7">
                  <c:v>322218</c:v>
                </c:pt>
                <c:pt idx="8">
                  <c:v>322147.66666666599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417-415E-84DD-7D729DC3B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3634448"/>
        <c:axId val="563638288"/>
      </c:scatterChart>
      <c:valAx>
        <c:axId val="563634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3638288"/>
        <c:crosses val="autoZero"/>
        <c:crossBetween val="midCat"/>
      </c:valAx>
      <c:valAx>
        <c:axId val="563638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36344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COST266_weighted_shortest_path_!$G$1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COST266_weighted_shortest_path_!$G$2:$G$10</c:f>
              <c:numCache>
                <c:formatCode>General</c:formatCode>
                <c:ptCount val="9"/>
                <c:pt idx="0">
                  <c:v>139.803403427993</c:v>
                </c:pt>
                <c:pt idx="1">
                  <c:v>130.31720188254701</c:v>
                </c:pt>
                <c:pt idx="2">
                  <c:v>115.087105879524</c:v>
                </c:pt>
                <c:pt idx="3">
                  <c:v>107.28481241031599</c:v>
                </c:pt>
                <c:pt idx="4">
                  <c:v>105.241699236153</c:v>
                </c:pt>
                <c:pt idx="5">
                  <c:v>105.231652508626</c:v>
                </c:pt>
                <c:pt idx="6">
                  <c:v>105.22243584486399</c:v>
                </c:pt>
                <c:pt idx="7">
                  <c:v>105.05659245718</c:v>
                </c:pt>
                <c:pt idx="8">
                  <c:v>105.118276885312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54C-4B9E-9E32-FA3BC7534B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31012464"/>
        <c:axId val="1831018224"/>
      </c:scatterChart>
      <c:valAx>
        <c:axId val="18310124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31018224"/>
        <c:crosses val="autoZero"/>
        <c:crossBetween val="midCat"/>
      </c:valAx>
      <c:valAx>
        <c:axId val="1831018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310124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COST266_weighted_shortest_path_!$Q$1</c:f>
              <c:strCache>
                <c:ptCount val="1"/>
                <c:pt idx="0">
                  <c:v>average_fairness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COST266_weighted_shortest_path_!$Q$2:$Q$10</c:f>
              <c:numCache>
                <c:formatCode>General</c:formatCode>
                <c:ptCount val="9"/>
                <c:pt idx="0">
                  <c:v>0.95811639299999996</c:v>
                </c:pt>
                <c:pt idx="1">
                  <c:v>0.95367337273753905</c:v>
                </c:pt>
                <c:pt idx="2">
                  <c:v>0.952427990884261</c:v>
                </c:pt>
                <c:pt idx="3">
                  <c:v>0.95378929012488001</c:v>
                </c:pt>
                <c:pt idx="4">
                  <c:v>0.95365380305939595</c:v>
                </c:pt>
                <c:pt idx="5">
                  <c:v>0.953653418613851</c:v>
                </c:pt>
                <c:pt idx="6">
                  <c:v>0.95374946125627003</c:v>
                </c:pt>
                <c:pt idx="7">
                  <c:v>0.953652791981355</c:v>
                </c:pt>
                <c:pt idx="8">
                  <c:v>0.95360658732935499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969-497B-83D7-22E102A82D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3633968"/>
        <c:axId val="563631568"/>
      </c:scatterChart>
      <c:valAx>
        <c:axId val="5636339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3631568"/>
        <c:crosses val="autoZero"/>
        <c:crossBetween val="midCat"/>
      </c:valAx>
      <c:valAx>
        <c:axId val="563631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636339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COST266_weighted_shortest_path_!$A$2:$A$10</c:f>
              <c:numCache>
                <c:formatCode>General</c:formatCode>
                <c:ptCount val="9"/>
                <c:pt idx="0">
                  <c:v>452759</c:v>
                </c:pt>
                <c:pt idx="1">
                  <c:v>429154.66666666599</c:v>
                </c:pt>
                <c:pt idx="2">
                  <c:v>428118.33333333302</c:v>
                </c:pt>
                <c:pt idx="3">
                  <c:v>428229</c:v>
                </c:pt>
                <c:pt idx="4">
                  <c:v>428251.33333333302</c:v>
                </c:pt>
                <c:pt idx="5">
                  <c:v>428322</c:v>
                </c:pt>
                <c:pt idx="6">
                  <c:v>428224</c:v>
                </c:pt>
                <c:pt idx="7">
                  <c:v>428328.66666666599</c:v>
                </c:pt>
                <c:pt idx="8">
                  <c:v>428251.33333333302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88E-469C-B6AC-318AACE4BB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9046224"/>
        <c:axId val="1199044304"/>
      </c:scatterChart>
      <c:valAx>
        <c:axId val="11990462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99044304"/>
        <c:crosses val="autoZero"/>
        <c:crossBetween val="midCat"/>
      </c:valAx>
      <c:valAx>
        <c:axId val="1199044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990462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COST266_weighted_shortest_path_!$G$1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COST266_weighted_shortest_path_!$G$2:$G$10</c:f>
              <c:numCache>
                <c:formatCode>General</c:formatCode>
                <c:ptCount val="9"/>
                <c:pt idx="0">
                  <c:v>128.64798587713</c:v>
                </c:pt>
                <c:pt idx="1">
                  <c:v>113.176932647174</c:v>
                </c:pt>
                <c:pt idx="2">
                  <c:v>101.60314840888201</c:v>
                </c:pt>
                <c:pt idx="3">
                  <c:v>97.109306395810606</c:v>
                </c:pt>
                <c:pt idx="4">
                  <c:v>95.9184925134564</c:v>
                </c:pt>
                <c:pt idx="5">
                  <c:v>95.837746184629694</c:v>
                </c:pt>
                <c:pt idx="6">
                  <c:v>95.846505061536902</c:v>
                </c:pt>
                <c:pt idx="7">
                  <c:v>95.807988416579803</c:v>
                </c:pt>
                <c:pt idx="8">
                  <c:v>95.829384376377206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E3A-4C81-B890-CD681D8A57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7861376"/>
        <c:axId val="1197858976"/>
      </c:scatterChart>
      <c:valAx>
        <c:axId val="11978613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97858976"/>
        <c:crosses val="autoZero"/>
        <c:crossBetween val="midCat"/>
      </c:valAx>
      <c:valAx>
        <c:axId val="1197858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978613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COST266_weighted_shortest_path_!$Q$1</c:f>
              <c:strCache>
                <c:ptCount val="1"/>
                <c:pt idx="0">
                  <c:v>average_fairness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COST266_weighted_shortest_path_!$Q$2:$Q$10</c:f>
              <c:numCache>
                <c:formatCode>General</c:formatCode>
                <c:ptCount val="9"/>
                <c:pt idx="0">
                  <c:v>0.62601583605738498</c:v>
                </c:pt>
                <c:pt idx="1">
                  <c:v>0.64383092978818901</c:v>
                </c:pt>
                <c:pt idx="2">
                  <c:v>0.64529091754227996</c:v>
                </c:pt>
                <c:pt idx="3">
                  <c:v>0.64510738741852602</c:v>
                </c:pt>
                <c:pt idx="4">
                  <c:v>0.64553531113013196</c:v>
                </c:pt>
                <c:pt idx="5">
                  <c:v>0.64624649970369497</c:v>
                </c:pt>
                <c:pt idx="6">
                  <c:v>0.64670062851683696</c:v>
                </c:pt>
                <c:pt idx="7">
                  <c:v>0.64475495758547596</c:v>
                </c:pt>
                <c:pt idx="8">
                  <c:v>0.64300811590713802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E24-4B2E-B85F-881FFFB2C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03219584"/>
        <c:axId val="1203218624"/>
      </c:scatterChart>
      <c:valAx>
        <c:axId val="12032195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03218624"/>
        <c:crosses val="autoZero"/>
        <c:crossBetween val="midCat"/>
      </c:valAx>
      <c:valAx>
        <c:axId val="1203218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032195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COST266_weighted_shortest_path_!$A$1</c:f>
              <c:strCache>
                <c:ptCount val="1"/>
                <c:pt idx="0">
                  <c:v>average_provision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COST266_weighted_shortest_path_!$A$2:$A$10</c:f>
              <c:numCache>
                <c:formatCode>General</c:formatCode>
                <c:ptCount val="9"/>
                <c:pt idx="0">
                  <c:v>501939</c:v>
                </c:pt>
                <c:pt idx="1">
                  <c:v>486611.3333</c:v>
                </c:pt>
                <c:pt idx="2">
                  <c:v>484814.3333</c:v>
                </c:pt>
                <c:pt idx="3">
                  <c:v>484130.6667</c:v>
                </c:pt>
                <c:pt idx="4">
                  <c:v>483969</c:v>
                </c:pt>
                <c:pt idx="5">
                  <c:v>484208.6667</c:v>
                </c:pt>
                <c:pt idx="6">
                  <c:v>484151.6667</c:v>
                </c:pt>
                <c:pt idx="7">
                  <c:v>484134.3333</c:v>
                </c:pt>
                <c:pt idx="8">
                  <c:v>484153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C41-4B61-BFA5-849BE4279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43382416"/>
        <c:axId val="943381456"/>
      </c:scatterChart>
      <c:valAx>
        <c:axId val="9433824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43381456"/>
        <c:crosses val="autoZero"/>
        <c:crossBetween val="midCat"/>
      </c:valAx>
      <c:valAx>
        <c:axId val="943381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433824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COST266_weighted_shortest_path_!$G$1</c:f>
              <c:strCache>
                <c:ptCount val="1"/>
                <c:pt idx="0">
                  <c:v>average_delay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COST266_weighted_shortest_path_!$G$2:$G$10</c:f>
              <c:numCache>
                <c:formatCode>General</c:formatCode>
                <c:ptCount val="9"/>
                <c:pt idx="0">
                  <c:v>115.7670316</c:v>
                </c:pt>
                <c:pt idx="1">
                  <c:v>100.5794188</c:v>
                </c:pt>
                <c:pt idx="2">
                  <c:v>90.832938839999997</c:v>
                </c:pt>
                <c:pt idx="3">
                  <c:v>87.335303740000001</c:v>
                </c:pt>
                <c:pt idx="4">
                  <c:v>86.457489100000004</c:v>
                </c:pt>
                <c:pt idx="5">
                  <c:v>86.351306350000002</c:v>
                </c:pt>
                <c:pt idx="6">
                  <c:v>86.328388829999994</c:v>
                </c:pt>
                <c:pt idx="7">
                  <c:v>86.340060190000003</c:v>
                </c:pt>
                <c:pt idx="8">
                  <c:v>86.334202860000005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DEB-4A05-97BD-373AE9E186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42555952"/>
        <c:axId val="942558352"/>
      </c:scatterChart>
      <c:valAx>
        <c:axId val="9425559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42558352"/>
        <c:crosses val="autoZero"/>
        <c:crossBetween val="midCat"/>
      </c:valAx>
      <c:valAx>
        <c:axId val="942558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425559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COST266_weighted_shortest_path_!$Q$1</c:f>
              <c:strCache>
                <c:ptCount val="1"/>
                <c:pt idx="0">
                  <c:v>average_fairness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yVal>
            <c:numRef>
              <c:f>COST266_weighted_shortest_path_!$Q$2:$Q$10</c:f>
              <c:numCache>
                <c:formatCode>General</c:formatCode>
                <c:ptCount val="9"/>
                <c:pt idx="0">
                  <c:v>0.50019014799999995</c:v>
                </c:pt>
                <c:pt idx="1">
                  <c:v>0.50726089299999999</c:v>
                </c:pt>
                <c:pt idx="2">
                  <c:v>0.50717890399999999</c:v>
                </c:pt>
                <c:pt idx="3">
                  <c:v>0.50781547299999996</c:v>
                </c:pt>
                <c:pt idx="4">
                  <c:v>0.50919513199999999</c:v>
                </c:pt>
                <c:pt idx="5">
                  <c:v>0.50901715000000003</c:v>
                </c:pt>
                <c:pt idx="6">
                  <c:v>0.51036589200000004</c:v>
                </c:pt>
                <c:pt idx="7">
                  <c:v>0.50851934799999998</c:v>
                </c:pt>
                <c:pt idx="8">
                  <c:v>0.50806023700000003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736-462F-AD12-26BA918A89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9546880"/>
        <c:axId val="79546400"/>
      </c:scatterChart>
      <c:valAx>
        <c:axId val="795468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9546400"/>
        <c:crosses val="autoZero"/>
        <c:crossBetween val="midCat"/>
      </c:valAx>
      <c:valAx>
        <c:axId val="79546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95468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50E1B-BFE9-BEAF-02D8-AAA2839DF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8B398D8-AB08-0A1D-49E3-F6EC597E9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C8AA69-5599-C9B0-8BF9-552F6E0A0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7A07-A385-450E-9169-91AFAAA29B8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195CD5-88CE-A010-6F02-C16A3ABF2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D6725B-D7FD-DCBE-C4A1-2A07B01E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6926-87F6-4A26-BA2D-E1F762354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06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918F7-E860-B5EA-2702-A438DCEAE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9259D2-BA44-AB53-0F1E-9A2AEBC4E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3023DE-D742-9633-D0EE-C2031BC3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7A07-A385-450E-9169-91AFAAA29B8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92BBD9-01A6-AAEF-5E84-CD7642FFC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BAA7A2-F6A5-99E3-A633-964D14C25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6926-87F6-4A26-BA2D-E1F762354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526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0FA218-B1C1-D066-BC10-69F622531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ABDD0E-E95C-6784-2E97-441F9E17D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B16562-FD7E-15E5-05F6-0130501EC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7A07-A385-450E-9169-91AFAAA29B8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83454A-01E9-47B0-6836-8C76B4EF5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13FCE0-6241-596F-D77E-CFFA20D7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6926-87F6-4A26-BA2D-E1F762354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11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49308-28B7-6C30-EA96-8E91E4FDC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AE7616-5815-831E-D3C8-54C73B208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69CE75-540D-45C7-9FE1-8DCE9366D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8C476B-0930-3C6F-603F-494A92AF3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7A07-A385-450E-9169-91AFAAA29B8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8A2F5F-8BB8-4FA3-9672-D9BCB1F6D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648C91-745C-156B-F7CD-49635A8B7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6926-87F6-4A26-BA2D-E1F762354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83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0FC646-D0AB-DDA8-E97E-E0DB1CA3C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DAE92-3244-2267-96D0-AA3D4ADA6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EB7440-9141-3F25-C1DC-1EB4ACB97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F0FFAA-7A78-C888-1777-37620DBF3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C049A40-533D-9160-EB84-108CC718CE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DA7C073-0895-8CBA-FE77-905F25D74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7A07-A385-450E-9169-91AFAAA29B8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A2DE3D7-A37B-562D-92A3-E77AEF17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847E7A-174B-E537-2CC7-61C85C45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6926-87F6-4A26-BA2D-E1F762354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75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6E976-B484-F7E6-616C-8F354059F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D4F0ED-7030-01CE-09D3-B4C5F518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7A07-A385-450E-9169-91AFAAA29B8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C557E7-1350-68A1-5F61-56FDCDB6C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5AC8FB-3809-4A56-07C2-951F97CB1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6926-87F6-4A26-BA2D-E1F762354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10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D3FFFE-BDE1-6310-CBAD-F7E6E9927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7A07-A385-450E-9169-91AFAAA29B8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7B0798-3D53-B326-6FD4-6BF2AA437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BE6591-E995-00EA-0297-6FA19E205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6926-87F6-4A26-BA2D-E1F762354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587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FBDDE-D705-259F-D116-5E829F5CE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060AA9-4EBB-F042-DF7A-9ECE52758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EE345C-17A0-A8D3-C1A8-4601FB1B5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348228-3926-9973-9FD8-D451620B3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7A07-A385-450E-9169-91AFAAA29B8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EBB9F2-400E-440D-2A4D-3A98A5D2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99A82A-0808-6F88-28CB-E4AE74BD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6926-87F6-4A26-BA2D-E1F762354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072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A4C64-7964-6B57-A1C3-3A728E2AD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084F5B-2964-D2DF-1F5A-FCAC7A77C1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F7B6E3-5AB9-2EBC-4D56-3073DE563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8AC18-1A15-95A6-A63B-EF3FA70D2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7A07-A385-450E-9169-91AFAAA29B8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B5DDCF-DAB2-1AEE-EE3C-96CEADF68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01AA31-152F-E5AC-6625-CC10590A3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6926-87F6-4A26-BA2D-E1F762354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0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1DAE2-03BC-9217-4116-073ECC29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7E431A-99C2-5137-35E4-21506D85C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914400-F718-6712-3BFD-AC7A70B4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7A07-A385-450E-9169-91AFAAA29B8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4546-3E61-FC31-8401-AD88D5AB7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709836-7D9A-2756-47F5-5E79C08A0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6926-87F6-4A26-BA2D-E1F762354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37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593356-FE2F-5985-2901-5C7690A46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D03288-58FD-D474-1298-497298ECB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3E6218-6F81-1996-AD9D-B10CC30A7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E7A07-A385-450E-9169-91AFAAA29B8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DBA9EF-2D6C-0046-D07F-F8A862282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F0BA21-F0C1-5744-54AC-260224921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36926-87F6-4A26-BA2D-E1F762354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86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4B6284-6A4E-000D-FBDA-EE0943165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6284F3-7AF7-A02D-916F-5CEA70741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0837AF-2112-798B-0ADC-29EFAFAB9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4E7A07-A385-450E-9169-91AFAAA29B81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15821F-11BA-77B5-A510-41CABF7F44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17818F-5A36-BCB7-457E-B9FACC955D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136926-87F6-4A26-BA2D-E1F762354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6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7" Type="http://schemas.openxmlformats.org/officeDocument/2006/relationships/chart" Target="../charts/chart18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7" Type="http://schemas.openxmlformats.org/officeDocument/2006/relationships/chart" Target="../charts/chart27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6.xml"/><Relationship Id="rId5" Type="http://schemas.openxmlformats.org/officeDocument/2006/relationships/chart" Target="../charts/chart25.xml"/><Relationship Id="rId4" Type="http://schemas.openxmlformats.org/officeDocument/2006/relationships/chart" Target="../charts/char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7" Type="http://schemas.openxmlformats.org/officeDocument/2006/relationships/chart" Target="../charts/chart36.xml"/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5.xml"/><Relationship Id="rId5" Type="http://schemas.openxmlformats.org/officeDocument/2006/relationships/chart" Target="../charts/chart34.xml"/><Relationship Id="rId4" Type="http://schemas.openxmlformats.org/officeDocument/2006/relationships/chart" Target="../charts/chart3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7" Type="http://schemas.openxmlformats.org/officeDocument/2006/relationships/chart" Target="../charts/chart45.xml"/><Relationship Id="rId2" Type="http://schemas.openxmlformats.org/officeDocument/2006/relationships/chart" Target="../charts/chart40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4.xml"/><Relationship Id="rId5" Type="http://schemas.openxmlformats.org/officeDocument/2006/relationships/chart" Target="../charts/chart43.xml"/><Relationship Id="rId4" Type="http://schemas.openxmlformats.org/officeDocument/2006/relationships/chart" Target="../charts/chart4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7.xml"/><Relationship Id="rId2" Type="http://schemas.openxmlformats.org/officeDocument/2006/relationships/chart" Target="../charts/chart4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667A8F-C996-564D-F75E-B27537ECA8D7}"/>
              </a:ext>
            </a:extLst>
          </p:cNvPr>
          <p:cNvSpPr txBox="1"/>
          <p:nvPr/>
        </p:nvSpPr>
        <p:spPr>
          <a:xfrm>
            <a:off x="4130942" y="3136612"/>
            <a:ext cx="3930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NSFNET</a:t>
            </a:r>
            <a:r>
              <a:rPr lang="ko-KR" altLang="en-US" sz="3200" dirty="0"/>
              <a:t> </a:t>
            </a:r>
            <a:r>
              <a:rPr lang="en-US" altLang="ko-KR" sz="3200" dirty="0"/>
              <a:t>lifetime=20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176982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410036-D40D-FBE9-BB44-06FEB5D86B52}"/>
              </a:ext>
            </a:extLst>
          </p:cNvPr>
          <p:cNvSpPr txBox="1"/>
          <p:nvPr/>
        </p:nvSpPr>
        <p:spPr>
          <a:xfrm>
            <a:off x="298537" y="6263"/>
            <a:ext cx="38554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1-hop</a:t>
            </a:r>
            <a:r>
              <a:rPr lang="ko-KR" altLang="en-US" dirty="0"/>
              <a:t> </a:t>
            </a:r>
            <a:r>
              <a:rPr lang="en-US" altLang="ko-KR" dirty="0"/>
              <a:t>results (p=10%, lifetime=20)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10,000 timeslot</a:t>
            </a:r>
            <a:r>
              <a:rPr lang="ko-KR" altLang="en-US" dirty="0"/>
              <a:t> 진행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91,315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193343C5-07A4-4DD1-56AA-5A6A36B722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5513903"/>
              </p:ext>
            </p:extLst>
          </p:nvPr>
        </p:nvGraphicFramePr>
        <p:xfrm>
          <a:off x="298537" y="80433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BCB7D756-0045-59F5-A425-949BD1890A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3099058"/>
              </p:ext>
            </p:extLst>
          </p:nvPr>
        </p:nvGraphicFramePr>
        <p:xfrm>
          <a:off x="5077219" y="80433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4C433F8-4604-1507-09A4-9D77D36C0075}"/>
              </a:ext>
            </a:extLst>
          </p:cNvPr>
          <p:cNvSpPr txBox="1"/>
          <p:nvPr/>
        </p:nvSpPr>
        <p:spPr>
          <a:xfrm>
            <a:off x="298537" y="3491166"/>
            <a:ext cx="38554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1-hop</a:t>
            </a:r>
            <a:r>
              <a:rPr lang="ko-KR" altLang="en-US" dirty="0"/>
              <a:t> </a:t>
            </a:r>
            <a:r>
              <a:rPr lang="en-US" altLang="ko-KR" dirty="0"/>
              <a:t>results (p=30%, lifetime=20)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10,000 timeslot</a:t>
            </a:r>
            <a:r>
              <a:rPr lang="ko-KR" altLang="en-US" dirty="0"/>
              <a:t> 진행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273,221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8BF84E12-1C11-1094-B599-0C6BC8BC4E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8594723"/>
              </p:ext>
            </p:extLst>
          </p:nvPr>
        </p:nvGraphicFramePr>
        <p:xfrm>
          <a:off x="298537" y="410853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B9C75865-1242-4A8C-BC50-5DD9D409FD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5424539"/>
              </p:ext>
            </p:extLst>
          </p:nvPr>
        </p:nvGraphicFramePr>
        <p:xfrm>
          <a:off x="5077219" y="410853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667522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410036-D40D-FBE9-BB44-06FEB5D86B52}"/>
              </a:ext>
            </a:extLst>
          </p:cNvPr>
          <p:cNvSpPr txBox="1"/>
          <p:nvPr/>
        </p:nvSpPr>
        <p:spPr>
          <a:xfrm>
            <a:off x="298537" y="6263"/>
            <a:ext cx="38554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1-hop</a:t>
            </a:r>
            <a:r>
              <a:rPr lang="ko-KR" altLang="en-US" dirty="0"/>
              <a:t> </a:t>
            </a:r>
            <a:r>
              <a:rPr lang="en-US" altLang="ko-KR" dirty="0"/>
              <a:t>results (p=50%, lifetime=20)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10,000 timeslot</a:t>
            </a:r>
            <a:r>
              <a:rPr lang="ko-KR" altLang="en-US" dirty="0"/>
              <a:t> 진행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454,894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D459201C-CAB3-ED48-3301-53F99275B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4495089"/>
              </p:ext>
            </p:extLst>
          </p:nvPr>
        </p:nvGraphicFramePr>
        <p:xfrm>
          <a:off x="298537" y="63569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61EDBC37-602B-A9B9-2EBC-6F17617F19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5902159"/>
              </p:ext>
            </p:extLst>
          </p:nvPr>
        </p:nvGraphicFramePr>
        <p:xfrm>
          <a:off x="5144022" y="63569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53295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96BE8F-1E37-C424-8C88-2A6D2ED1D2FB}"/>
              </a:ext>
            </a:extLst>
          </p:cNvPr>
          <p:cNvSpPr txBox="1"/>
          <p:nvPr/>
        </p:nvSpPr>
        <p:spPr>
          <a:xfrm>
            <a:off x="298537" y="6263"/>
            <a:ext cx="47499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n-hop</a:t>
            </a:r>
            <a:r>
              <a:rPr lang="ko-KR" altLang="en-US" dirty="0"/>
              <a:t> </a:t>
            </a:r>
            <a:r>
              <a:rPr lang="en-US" altLang="ko-KR" dirty="0"/>
              <a:t>results (p=10%, lifetime=20, th1=20)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10,000 timeslot</a:t>
            </a:r>
            <a:r>
              <a:rPr lang="ko-KR" altLang="en-US" dirty="0"/>
              <a:t> 진행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91,315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3EFF5F46-7C9E-D436-BA6A-D95440C578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9633345"/>
              </p:ext>
            </p:extLst>
          </p:nvPr>
        </p:nvGraphicFramePr>
        <p:xfrm>
          <a:off x="4870537" y="685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6143E51-F5B1-02BC-8FFC-F31416CB4504}"/>
              </a:ext>
            </a:extLst>
          </p:cNvPr>
          <p:cNvSpPr txBox="1"/>
          <p:nvPr/>
        </p:nvSpPr>
        <p:spPr>
          <a:xfrm>
            <a:off x="298537" y="3429000"/>
            <a:ext cx="47499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n-hop</a:t>
            </a:r>
            <a:r>
              <a:rPr lang="ko-KR" altLang="en-US" dirty="0"/>
              <a:t> </a:t>
            </a:r>
            <a:r>
              <a:rPr lang="en-US" altLang="ko-KR" dirty="0"/>
              <a:t>results (p=30%, lifetime=20, th1=20)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10,000 timeslot</a:t>
            </a:r>
            <a:r>
              <a:rPr lang="ko-KR" altLang="en-US" dirty="0"/>
              <a:t> 진행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273,221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E787D96A-EE3F-7F52-5F7D-FF6D4F7EE1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5101229"/>
              </p:ext>
            </p:extLst>
          </p:nvPr>
        </p:nvGraphicFramePr>
        <p:xfrm>
          <a:off x="298537" y="4114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E63FE43C-3804-1753-EE70-72EEEE3822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8809133"/>
              </p:ext>
            </p:extLst>
          </p:nvPr>
        </p:nvGraphicFramePr>
        <p:xfrm>
          <a:off x="4870537" y="4114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4D487F2D-21F9-A82A-E609-2F92C2897A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6466262"/>
              </p:ext>
            </p:extLst>
          </p:nvPr>
        </p:nvGraphicFramePr>
        <p:xfrm>
          <a:off x="298537" y="685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101474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96BE8F-1E37-C424-8C88-2A6D2ED1D2FB}"/>
              </a:ext>
            </a:extLst>
          </p:cNvPr>
          <p:cNvSpPr txBox="1"/>
          <p:nvPr/>
        </p:nvSpPr>
        <p:spPr>
          <a:xfrm>
            <a:off x="298537" y="6263"/>
            <a:ext cx="47499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n-hop</a:t>
            </a:r>
            <a:r>
              <a:rPr lang="ko-KR" altLang="en-US" dirty="0"/>
              <a:t> </a:t>
            </a:r>
            <a:r>
              <a:rPr lang="en-US" altLang="ko-KR" dirty="0"/>
              <a:t>results (p=50%, lifetime=20, th1=20)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10,000 timeslot</a:t>
            </a:r>
            <a:r>
              <a:rPr lang="ko-KR" altLang="en-US" dirty="0"/>
              <a:t> 진행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454,894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CB9BDFAA-6A34-FC75-4FB2-2691B1441A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9399358"/>
              </p:ext>
            </p:extLst>
          </p:nvPr>
        </p:nvGraphicFramePr>
        <p:xfrm>
          <a:off x="298537" y="685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DAA71C3A-0B37-CDF4-797A-796F689233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4662786"/>
              </p:ext>
            </p:extLst>
          </p:nvPr>
        </p:nvGraphicFramePr>
        <p:xfrm>
          <a:off x="4870537" y="685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23923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667A8F-C996-564D-F75E-B27537ECA8D7}"/>
              </a:ext>
            </a:extLst>
          </p:cNvPr>
          <p:cNvSpPr txBox="1"/>
          <p:nvPr/>
        </p:nvSpPr>
        <p:spPr>
          <a:xfrm>
            <a:off x="4130942" y="3136612"/>
            <a:ext cx="4156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NSFNET</a:t>
            </a:r>
            <a:r>
              <a:rPr lang="ko-KR" altLang="en-US" sz="3200" dirty="0"/>
              <a:t> </a:t>
            </a:r>
            <a:r>
              <a:rPr lang="en-US" altLang="ko-KR" sz="3200" dirty="0"/>
              <a:t>lifetime=100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86148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410036-D40D-FBE9-BB44-06FEB5D86B52}"/>
              </a:ext>
            </a:extLst>
          </p:cNvPr>
          <p:cNvSpPr txBox="1"/>
          <p:nvPr/>
        </p:nvSpPr>
        <p:spPr>
          <a:xfrm>
            <a:off x="298537" y="6263"/>
            <a:ext cx="53078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1-hop</a:t>
            </a:r>
            <a:r>
              <a:rPr lang="ko-KR" altLang="en-US" dirty="0"/>
              <a:t> </a:t>
            </a:r>
            <a:r>
              <a:rPr lang="en-US" altLang="ko-KR" dirty="0"/>
              <a:t>results (p=10%, lifetime=100)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Threshold = [0, 20, 40, 60, 80, 85, 90, 95, 100]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91,315</a:t>
            </a:r>
            <a:r>
              <a:rPr lang="ko-KR" altLang="en-US" dirty="0"/>
              <a:t>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433F8-4604-1507-09A4-9D77D36C0075}"/>
              </a:ext>
            </a:extLst>
          </p:cNvPr>
          <p:cNvSpPr txBox="1"/>
          <p:nvPr/>
        </p:nvSpPr>
        <p:spPr>
          <a:xfrm>
            <a:off x="298537" y="3491166"/>
            <a:ext cx="53078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1-hop</a:t>
            </a:r>
            <a:r>
              <a:rPr lang="ko-KR" altLang="en-US" dirty="0"/>
              <a:t> </a:t>
            </a:r>
            <a:r>
              <a:rPr lang="en-US" altLang="ko-KR" dirty="0"/>
              <a:t>results (p=30%, lifetime=100)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Threshold = [0, 20, 40, 60, 80, 85, 90, 95, 100]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273,221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01CF2D18-B897-6E8D-2D81-77103AA884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6175021"/>
              </p:ext>
            </p:extLst>
          </p:nvPr>
        </p:nvGraphicFramePr>
        <p:xfrm>
          <a:off x="119937" y="929593"/>
          <a:ext cx="3657600" cy="233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C2684FF8-A369-A980-2D78-E2B4C4DF4B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2460447"/>
              </p:ext>
            </p:extLst>
          </p:nvPr>
        </p:nvGraphicFramePr>
        <p:xfrm>
          <a:off x="3777537" y="929593"/>
          <a:ext cx="3657600" cy="233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5F9839E9-9E27-ACCD-FD24-70B012084F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3248254"/>
              </p:ext>
            </p:extLst>
          </p:nvPr>
        </p:nvGraphicFramePr>
        <p:xfrm>
          <a:off x="7560734" y="929593"/>
          <a:ext cx="3657600" cy="233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920E4AA9-306C-9C75-234D-0B29DD379A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7839251"/>
              </p:ext>
            </p:extLst>
          </p:nvPr>
        </p:nvGraphicFramePr>
        <p:xfrm>
          <a:off x="119937" y="4420846"/>
          <a:ext cx="3905963" cy="2343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82BBB741-05BC-1333-802C-804B1D3BB5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1336151"/>
              </p:ext>
            </p:extLst>
          </p:nvPr>
        </p:nvGraphicFramePr>
        <p:xfrm>
          <a:off x="4029420" y="4452132"/>
          <a:ext cx="3905963" cy="2343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차트 18">
            <a:extLst>
              <a:ext uri="{FF2B5EF4-FFF2-40B4-BE49-F238E27FC236}">
                <a16:creationId xmlns:a16="http://schemas.microsoft.com/office/drawing/2014/main" id="{2699A3D1-CB4F-4957-512E-07EB64F6C6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7662956"/>
              </p:ext>
            </p:extLst>
          </p:nvPr>
        </p:nvGraphicFramePr>
        <p:xfrm>
          <a:off x="7987500" y="4414496"/>
          <a:ext cx="3905963" cy="2343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688410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96BE8F-1E37-C424-8C88-2A6D2ED1D2FB}"/>
              </a:ext>
            </a:extLst>
          </p:cNvPr>
          <p:cNvSpPr txBox="1"/>
          <p:nvPr/>
        </p:nvSpPr>
        <p:spPr>
          <a:xfrm>
            <a:off x="298537" y="6263"/>
            <a:ext cx="53078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1-hop</a:t>
            </a:r>
            <a:r>
              <a:rPr lang="ko-KR" altLang="en-US" dirty="0"/>
              <a:t> </a:t>
            </a:r>
            <a:r>
              <a:rPr lang="en-US" altLang="ko-KR" dirty="0"/>
              <a:t>results (p=50%, lifetime=100)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Threshold = [0, 20, 40, 60, 80, 85, 90, 95, 100]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454,894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1A7193E6-B41E-2A32-3B48-9B9891EFEA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5452796"/>
              </p:ext>
            </p:extLst>
          </p:nvPr>
        </p:nvGraphicFramePr>
        <p:xfrm>
          <a:off x="302683" y="1066800"/>
          <a:ext cx="3523192" cy="2116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96D9DE34-97E3-0BED-8C0D-A1E015CD7C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5161673"/>
              </p:ext>
            </p:extLst>
          </p:nvPr>
        </p:nvGraphicFramePr>
        <p:xfrm>
          <a:off x="3927475" y="1066799"/>
          <a:ext cx="3523192" cy="2116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796427C2-7E26-229A-273C-D2BEA5C52E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3824596"/>
              </p:ext>
            </p:extLst>
          </p:nvPr>
        </p:nvGraphicFramePr>
        <p:xfrm>
          <a:off x="7652808" y="1066799"/>
          <a:ext cx="3523192" cy="2116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69311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410036-D40D-FBE9-BB44-06FEB5D86B52}"/>
              </a:ext>
            </a:extLst>
          </p:cNvPr>
          <p:cNvSpPr txBox="1"/>
          <p:nvPr/>
        </p:nvSpPr>
        <p:spPr>
          <a:xfrm>
            <a:off x="298537" y="6263"/>
            <a:ext cx="53078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n-hop</a:t>
            </a:r>
            <a:r>
              <a:rPr lang="ko-KR" altLang="en-US" dirty="0"/>
              <a:t> </a:t>
            </a:r>
            <a:r>
              <a:rPr lang="en-US" altLang="ko-KR" dirty="0"/>
              <a:t>results (p=10%, lifetime=100)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Threshold = [0, 20, 40, 60, 80, 85, 90, 95, 100]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91,315</a:t>
            </a:r>
            <a:r>
              <a:rPr lang="ko-KR" altLang="en-US" dirty="0"/>
              <a:t>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433F8-4604-1507-09A4-9D77D36C0075}"/>
              </a:ext>
            </a:extLst>
          </p:cNvPr>
          <p:cNvSpPr txBox="1"/>
          <p:nvPr/>
        </p:nvSpPr>
        <p:spPr>
          <a:xfrm>
            <a:off x="298537" y="3491166"/>
            <a:ext cx="53078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n-hop</a:t>
            </a:r>
            <a:r>
              <a:rPr lang="ko-KR" altLang="en-US" dirty="0"/>
              <a:t> </a:t>
            </a:r>
            <a:r>
              <a:rPr lang="en-US" altLang="ko-KR" dirty="0"/>
              <a:t>results (p=30%, lifetime=100)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Threshold = [0, 20, 40, 60, 80, 85, 90, 95, 100]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273,221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AC2B20B4-8D12-F2CD-98E4-1E17F9B133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3988372"/>
              </p:ext>
            </p:extLst>
          </p:nvPr>
        </p:nvGraphicFramePr>
        <p:xfrm>
          <a:off x="179917" y="838780"/>
          <a:ext cx="3566583" cy="2071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28181788-DCEA-E2D0-3288-15D2775C6B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0440732"/>
              </p:ext>
            </p:extLst>
          </p:nvPr>
        </p:nvGraphicFramePr>
        <p:xfrm>
          <a:off x="3865120" y="838780"/>
          <a:ext cx="3566583" cy="2071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D74829EE-5094-9D6A-168D-5414FCC538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2873917"/>
              </p:ext>
            </p:extLst>
          </p:nvPr>
        </p:nvGraphicFramePr>
        <p:xfrm>
          <a:off x="7685617" y="837040"/>
          <a:ext cx="3566583" cy="2071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9C9759E4-AF53-1C43-1606-4E8326935E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5416472"/>
              </p:ext>
            </p:extLst>
          </p:nvPr>
        </p:nvGraphicFramePr>
        <p:xfrm>
          <a:off x="298537" y="4436171"/>
          <a:ext cx="3473537" cy="2071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E83682B3-9A11-67F9-368E-D8B9AD63A2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6218370"/>
              </p:ext>
            </p:extLst>
          </p:nvPr>
        </p:nvGraphicFramePr>
        <p:xfrm>
          <a:off x="3976503" y="4456467"/>
          <a:ext cx="3473537" cy="2071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차트 18">
            <a:extLst>
              <a:ext uri="{FF2B5EF4-FFF2-40B4-BE49-F238E27FC236}">
                <a16:creationId xmlns:a16="http://schemas.microsoft.com/office/drawing/2014/main" id="{1BEE5CF4-DFA1-BF23-1A8F-6899773BB5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9393491"/>
              </p:ext>
            </p:extLst>
          </p:nvPr>
        </p:nvGraphicFramePr>
        <p:xfrm>
          <a:off x="7914130" y="4456467"/>
          <a:ext cx="3473537" cy="2071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520172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96BE8F-1E37-C424-8C88-2A6D2ED1D2FB}"/>
              </a:ext>
            </a:extLst>
          </p:cNvPr>
          <p:cNvSpPr txBox="1"/>
          <p:nvPr/>
        </p:nvSpPr>
        <p:spPr>
          <a:xfrm>
            <a:off x="298537" y="6263"/>
            <a:ext cx="53078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n-hop</a:t>
            </a:r>
            <a:r>
              <a:rPr lang="ko-KR" altLang="en-US" dirty="0"/>
              <a:t> </a:t>
            </a:r>
            <a:r>
              <a:rPr lang="en-US" altLang="ko-KR" dirty="0"/>
              <a:t>results (p=50%, lifetime=100)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Threshold = [0, 20, 40, 60, 80, 85, 90, 95, 100]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454,894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B3962868-2922-BE61-B7FA-504DB4BE23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581583"/>
              </p:ext>
            </p:extLst>
          </p:nvPr>
        </p:nvGraphicFramePr>
        <p:xfrm>
          <a:off x="298537" y="1050925"/>
          <a:ext cx="3316817" cy="2270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D6859ACB-8F04-06F0-4E1E-47247722BA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7140031"/>
              </p:ext>
            </p:extLst>
          </p:nvPr>
        </p:nvGraphicFramePr>
        <p:xfrm>
          <a:off x="3746499" y="1050925"/>
          <a:ext cx="3316817" cy="2270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E72B2818-78E7-AB56-F95E-A1283DF675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3775946"/>
              </p:ext>
            </p:extLst>
          </p:nvPr>
        </p:nvGraphicFramePr>
        <p:xfrm>
          <a:off x="7368116" y="1050925"/>
          <a:ext cx="3316817" cy="2270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82725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667A8F-C996-564D-F75E-B27537ECA8D7}"/>
              </a:ext>
            </a:extLst>
          </p:cNvPr>
          <p:cNvSpPr txBox="1"/>
          <p:nvPr/>
        </p:nvSpPr>
        <p:spPr>
          <a:xfrm>
            <a:off x="4130942" y="3136612"/>
            <a:ext cx="43610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COST266</a:t>
            </a:r>
            <a:r>
              <a:rPr lang="ko-KR" altLang="en-US" sz="3200" dirty="0"/>
              <a:t> </a:t>
            </a:r>
            <a:r>
              <a:rPr lang="en-US" altLang="ko-KR" sz="3200" dirty="0"/>
              <a:t>lifetime=100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57357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410036-D40D-FBE9-BB44-06FEB5D86B52}"/>
              </a:ext>
            </a:extLst>
          </p:cNvPr>
          <p:cNvSpPr txBox="1"/>
          <p:nvPr/>
        </p:nvSpPr>
        <p:spPr>
          <a:xfrm>
            <a:off x="298537" y="6263"/>
            <a:ext cx="53078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1-hop</a:t>
            </a:r>
            <a:r>
              <a:rPr lang="ko-KR" altLang="en-US" dirty="0"/>
              <a:t> </a:t>
            </a:r>
            <a:r>
              <a:rPr lang="en-US" altLang="ko-KR" dirty="0"/>
              <a:t>results (p=10%, lifetime=100)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Threshold = [0, 20, 40, 60, 80, 85, 90, 95, 100]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379,272</a:t>
            </a:r>
            <a:r>
              <a:rPr lang="ko-KR" altLang="en-US" dirty="0"/>
              <a:t>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433F8-4604-1507-09A4-9D77D36C0075}"/>
              </a:ext>
            </a:extLst>
          </p:cNvPr>
          <p:cNvSpPr txBox="1"/>
          <p:nvPr/>
        </p:nvSpPr>
        <p:spPr>
          <a:xfrm>
            <a:off x="298537" y="3491166"/>
            <a:ext cx="53078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1-hop</a:t>
            </a:r>
            <a:r>
              <a:rPr lang="ko-KR" altLang="en-US" dirty="0"/>
              <a:t> </a:t>
            </a:r>
            <a:r>
              <a:rPr lang="en-US" altLang="ko-KR" dirty="0"/>
              <a:t>results (p=30%, lifetime=100)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Threshold = [0, 20, 40, 60, 80, 85, 90, 95, 100]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1,134,103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A28A1F1F-1833-0EEE-BE6E-137201D0D9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657534"/>
              </p:ext>
            </p:extLst>
          </p:nvPr>
        </p:nvGraphicFramePr>
        <p:xfrm>
          <a:off x="425537" y="885774"/>
          <a:ext cx="3119880" cy="2195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A02C8420-90DF-D24B-EB16-BAFAD5AD3A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4739634"/>
              </p:ext>
            </p:extLst>
          </p:nvPr>
        </p:nvGraphicFramePr>
        <p:xfrm>
          <a:off x="3803737" y="929593"/>
          <a:ext cx="3119880" cy="2195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AB99C5B1-DD85-6917-E4E4-78CBE8AFA0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0904249"/>
              </p:ext>
            </p:extLst>
          </p:nvPr>
        </p:nvGraphicFramePr>
        <p:xfrm>
          <a:off x="7590454" y="929593"/>
          <a:ext cx="3119880" cy="21954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1CE66F6F-E478-4422-55D5-5E777FD06C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9721078"/>
              </p:ext>
            </p:extLst>
          </p:nvPr>
        </p:nvGraphicFramePr>
        <p:xfrm>
          <a:off x="298537" y="4213819"/>
          <a:ext cx="3748530" cy="2311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B9EEB651-EC71-6394-7909-FDC81707BD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4854740"/>
              </p:ext>
            </p:extLst>
          </p:nvPr>
        </p:nvGraphicFramePr>
        <p:xfrm>
          <a:off x="3966407" y="4314158"/>
          <a:ext cx="3748530" cy="2311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EA4DB556-570B-EE31-0E00-F86C1A4C92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1805743"/>
              </p:ext>
            </p:extLst>
          </p:nvPr>
        </p:nvGraphicFramePr>
        <p:xfrm>
          <a:off x="7901603" y="4213819"/>
          <a:ext cx="3748530" cy="2311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371893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96BE8F-1E37-C424-8C88-2A6D2ED1D2FB}"/>
              </a:ext>
            </a:extLst>
          </p:cNvPr>
          <p:cNvSpPr txBox="1"/>
          <p:nvPr/>
        </p:nvSpPr>
        <p:spPr>
          <a:xfrm>
            <a:off x="298537" y="6263"/>
            <a:ext cx="53078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1-hop</a:t>
            </a:r>
            <a:r>
              <a:rPr lang="ko-KR" altLang="en-US" dirty="0"/>
              <a:t> </a:t>
            </a:r>
            <a:r>
              <a:rPr lang="en-US" altLang="ko-KR" dirty="0"/>
              <a:t>results (p=50%, lifetime=100)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Threshold = [0, 20, 40, 60, 80, 85, 90, 95, 100]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1,889,498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C71CC6BD-B9CC-1A48-9643-26DED8BEAD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6565649"/>
              </p:ext>
            </p:extLst>
          </p:nvPr>
        </p:nvGraphicFramePr>
        <p:xfrm>
          <a:off x="298537" y="1035050"/>
          <a:ext cx="3819631" cy="201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B531A210-2375-58C0-DA2A-F0E25BC66A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505536"/>
              </p:ext>
            </p:extLst>
          </p:nvPr>
        </p:nvGraphicFramePr>
        <p:xfrm>
          <a:off x="4516534" y="1035050"/>
          <a:ext cx="3676650" cy="201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1A7FF4E6-5A1F-CACA-73B9-F439E5CB15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2269170"/>
              </p:ext>
            </p:extLst>
          </p:nvPr>
        </p:nvGraphicFramePr>
        <p:xfrm>
          <a:off x="8354483" y="1035050"/>
          <a:ext cx="3676650" cy="201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2687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410036-D40D-FBE9-BB44-06FEB5D86B52}"/>
              </a:ext>
            </a:extLst>
          </p:cNvPr>
          <p:cNvSpPr txBox="1"/>
          <p:nvPr/>
        </p:nvSpPr>
        <p:spPr>
          <a:xfrm>
            <a:off x="298537" y="6263"/>
            <a:ext cx="53078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n-hop</a:t>
            </a:r>
            <a:r>
              <a:rPr lang="ko-KR" altLang="en-US" dirty="0"/>
              <a:t> </a:t>
            </a:r>
            <a:r>
              <a:rPr lang="en-US" altLang="ko-KR" dirty="0"/>
              <a:t>results (p=10%, lifetime=100)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Threshold = [0, 20, 40, 60, 80, 85, 90, 95, 100]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379,272</a:t>
            </a:r>
            <a:r>
              <a:rPr lang="ko-KR" altLang="en-US" dirty="0"/>
              <a:t>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C433F8-4604-1507-09A4-9D77D36C0075}"/>
              </a:ext>
            </a:extLst>
          </p:cNvPr>
          <p:cNvSpPr txBox="1"/>
          <p:nvPr/>
        </p:nvSpPr>
        <p:spPr>
          <a:xfrm>
            <a:off x="298537" y="3491166"/>
            <a:ext cx="53078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n-hop</a:t>
            </a:r>
            <a:r>
              <a:rPr lang="ko-KR" altLang="en-US" dirty="0"/>
              <a:t> </a:t>
            </a:r>
            <a:r>
              <a:rPr lang="en-US" altLang="ko-KR" dirty="0"/>
              <a:t>results (p=30%, lifetime=100)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Threshold = [0, 20, 40, 60, 80, 85, 90, 95, 100]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1,134,103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571B41B1-B52B-677B-855D-B6343F704B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7758466"/>
              </p:ext>
            </p:extLst>
          </p:nvPr>
        </p:nvGraphicFramePr>
        <p:xfrm>
          <a:off x="145963" y="703516"/>
          <a:ext cx="3778337" cy="2280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E383F521-8B93-C487-71A3-371795FAB2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6674010"/>
              </p:ext>
            </p:extLst>
          </p:nvPr>
        </p:nvGraphicFramePr>
        <p:xfrm>
          <a:off x="4076874" y="741616"/>
          <a:ext cx="3778337" cy="2280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91A8695F-139A-B903-C237-5D6AF4F5FB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2132365"/>
              </p:ext>
            </p:extLst>
          </p:nvPr>
        </p:nvGraphicFramePr>
        <p:xfrm>
          <a:off x="8115126" y="741616"/>
          <a:ext cx="3778337" cy="2280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404B1C29-6705-94CD-FC00-25FBD9A48C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1801595"/>
              </p:ext>
            </p:extLst>
          </p:nvPr>
        </p:nvGraphicFramePr>
        <p:xfrm>
          <a:off x="298537" y="4414496"/>
          <a:ext cx="3778337" cy="2280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301750CC-5927-8759-47FC-47DA077F53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2563118"/>
              </p:ext>
            </p:extLst>
          </p:nvPr>
        </p:nvGraphicFramePr>
        <p:xfrm>
          <a:off x="4206831" y="4443681"/>
          <a:ext cx="3778337" cy="2280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4ECDFDA1-1652-7160-92D6-7FFE61B348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3291392"/>
              </p:ext>
            </p:extLst>
          </p:nvPr>
        </p:nvGraphicFramePr>
        <p:xfrm>
          <a:off x="8115126" y="4443681"/>
          <a:ext cx="3778337" cy="2280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7494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96BE8F-1E37-C424-8C88-2A6D2ED1D2FB}"/>
              </a:ext>
            </a:extLst>
          </p:cNvPr>
          <p:cNvSpPr txBox="1"/>
          <p:nvPr/>
        </p:nvSpPr>
        <p:spPr>
          <a:xfrm>
            <a:off x="298537" y="6263"/>
            <a:ext cx="53078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n-hop</a:t>
            </a:r>
            <a:r>
              <a:rPr lang="ko-KR" altLang="en-US" dirty="0"/>
              <a:t> </a:t>
            </a:r>
            <a:r>
              <a:rPr lang="en-US" altLang="ko-KR" dirty="0"/>
              <a:t>results (p=50%, lifetime=100)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Threshold = [0, 20, 40, 60, 80, 85, 90, 95, 100]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총</a:t>
            </a:r>
            <a:r>
              <a:rPr lang="en-US" altLang="ko-KR" dirty="0"/>
              <a:t> 1,889,498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212DC5FF-7B50-3FC7-AAB0-28EB5C06E6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0407337"/>
              </p:ext>
            </p:extLst>
          </p:nvPr>
        </p:nvGraphicFramePr>
        <p:xfrm>
          <a:off x="165100" y="929593"/>
          <a:ext cx="3949700" cy="222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70AF8AD1-7166-BF8A-F81D-012AAFAEC5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3109168"/>
              </p:ext>
            </p:extLst>
          </p:nvPr>
        </p:nvGraphicFramePr>
        <p:xfrm>
          <a:off x="4127502" y="929593"/>
          <a:ext cx="3949700" cy="222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CE4339FB-20BD-1F78-E365-64DA1478DF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1465932"/>
              </p:ext>
            </p:extLst>
          </p:nvPr>
        </p:nvGraphicFramePr>
        <p:xfrm>
          <a:off x="8077200" y="929593"/>
          <a:ext cx="3949700" cy="222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61441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2141</TotalTime>
  <Words>684</Words>
  <Application>Microsoft Office PowerPoint</Application>
  <PresentationFormat>와이드스크린</PresentationFormat>
  <Paragraphs>105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13</cp:revision>
  <cp:lastPrinted>2026-07-27T07:24:55Z</cp:lastPrinted>
  <dcterms:created xsi:type="dcterms:W3CDTF">2026-07-21T01:22:23Z</dcterms:created>
  <dcterms:modified xsi:type="dcterms:W3CDTF">2026-07-28T05:56:46Z</dcterms:modified>
</cp:coreProperties>
</file>